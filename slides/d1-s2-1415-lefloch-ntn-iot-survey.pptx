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3291" r:id="rId5"/>
    <p:sldId id="3277" r:id="rId6"/>
    <p:sldId id="3283" r:id="rId7"/>
    <p:sldId id="3284" r:id="rId8"/>
    <p:sldId id="3288" r:id="rId9"/>
    <p:sldId id="3290" r:id="rId10"/>
    <p:sldId id="3289" r:id="rId11"/>
    <p:sldId id="3275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e" id="{0A5A5CB6-BFFB-4598-98CA-2622E15D79D2}">
          <p14:sldIdLst>
            <p14:sldId id="3291"/>
            <p14:sldId id="3277"/>
            <p14:sldId id="3283"/>
            <p14:sldId id="3284"/>
            <p14:sldId id="3288"/>
            <p14:sldId id="3290"/>
            <p14:sldId id="3289"/>
            <p14:sldId id="3275"/>
          </p14:sldIdLst>
        </p14:section>
      </p14:sectionLst>
    </p:ex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2" pos="7355" userDrawn="1">
          <p15:clr>
            <a:srgbClr val="A4A3A4"/>
          </p15:clr>
        </p15:guide>
        <p15:guide id="4" orient="horz" pos="459" userDrawn="1">
          <p15:clr>
            <a:srgbClr val="A4A3A4"/>
          </p15:clr>
        </p15:guide>
        <p15:guide id="5" orient="horz" pos="754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rrier Remi (KINEIS)" initials="FR(" lastIdx="4" clrIdx="0">
    <p:extLst>
      <p:ext uri="{19B8F6BF-5375-455C-9EA6-DF929625EA0E}">
        <p15:presenceInfo xmlns:p15="http://schemas.microsoft.com/office/powerpoint/2012/main" userId="S::rferrier@kineis.com::7c9b87b3-773d-469c-bcc5-914a58a0ea43" providerId="AD"/>
      </p:ext>
    </p:extLst>
  </p:cmAuthor>
  <p:cmAuthor id="2" name="Laborie Cécile (KINEIS)" initials="L(" lastIdx="4" clrIdx="1">
    <p:extLst>
      <p:ext uri="{19B8F6BF-5375-455C-9EA6-DF929625EA0E}">
        <p15:presenceInfo xmlns:p15="http://schemas.microsoft.com/office/powerpoint/2012/main" userId="S::claborie@kineis.com::e9c0f0c6-9202-4d05-bd58-d83a595d53b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EEBF7"/>
    <a:srgbClr val="F286AD"/>
    <a:srgbClr val="FCE1EA"/>
    <a:srgbClr val="8497B0"/>
    <a:srgbClr val="F494B7"/>
    <a:srgbClr val="FABC7E"/>
    <a:srgbClr val="F8AA8E"/>
    <a:srgbClr val="F495A0"/>
    <a:srgbClr val="283D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C490F2-8916-4290-A639-F989E4B79E6B}" v="9" dt="2026-10-13T07:01:54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82" y="504"/>
      </p:cViewPr>
      <p:guideLst>
        <p:guide pos="325"/>
        <p:guide pos="7355"/>
        <p:guide orient="horz" pos="459"/>
        <p:guide orient="horz" pos="754"/>
        <p:guide orient="horz" pos="4088"/>
      </p:guideLst>
    </p:cSldViewPr>
  </p:slideViewPr>
  <p:outlineViewPr>
    <p:cViewPr>
      <p:scale>
        <a:sx n="33" d="100"/>
        <a:sy n="33" d="100"/>
      </p:scale>
      <p:origin x="0" y="-52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landes Vincent (KINEIS)" userId="142c1a83-0c13-4d92-a6b8-1ad52a03ee35" providerId="ADAL" clId="{93D5DC4F-D631-41F7-8826-46BEC4B54866}"/>
    <pc:docChg chg="custSel addSld delSld modSld modSection">
      <pc:chgData name="Deslandes Vincent (KINEIS)" userId="142c1a83-0c13-4d92-a6b8-1ad52a03ee35" providerId="ADAL" clId="{93D5DC4F-D631-41F7-8826-46BEC4B54866}" dt="2026-10-13T07:02:00.077" v="182" actId="14100"/>
      <pc:docMkLst>
        <pc:docMk/>
      </pc:docMkLst>
      <pc:sldChg chg="del">
        <pc:chgData name="Deslandes Vincent (KINEIS)" userId="142c1a83-0c13-4d92-a6b8-1ad52a03ee35" providerId="ADAL" clId="{93D5DC4F-D631-41F7-8826-46BEC4B54866}" dt="2026-10-13T06:57:30.819" v="43"/>
        <pc:sldMkLst>
          <pc:docMk/>
          <pc:sldMk cId="1224520611" sldId="3255"/>
        </pc:sldMkLst>
      </pc:sldChg>
      <pc:sldChg chg="del">
        <pc:chgData name="Deslandes Vincent (KINEIS)" userId="142c1a83-0c13-4d92-a6b8-1ad52a03ee35" providerId="ADAL" clId="{93D5DC4F-D631-41F7-8826-46BEC4B54866}" dt="2026-10-13T06:53:45.264" v="1"/>
        <pc:sldMkLst>
          <pc:docMk/>
          <pc:sldMk cId="2629329313" sldId="3268"/>
        </pc:sldMkLst>
      </pc:sldChg>
      <pc:sldChg chg="del">
        <pc:chgData name="Deslandes Vincent (KINEIS)" userId="142c1a83-0c13-4d92-a6b8-1ad52a03ee35" providerId="ADAL" clId="{93D5DC4F-D631-41F7-8826-46BEC4B54866}" dt="2026-10-13T06:54:50.998" v="7"/>
        <pc:sldMkLst>
          <pc:docMk/>
          <pc:sldMk cId="2654765357" sldId="3270"/>
        </pc:sldMkLst>
      </pc:sldChg>
      <pc:sldChg chg="del">
        <pc:chgData name="Deslandes Vincent (KINEIS)" userId="142c1a83-0c13-4d92-a6b8-1ad52a03ee35" providerId="ADAL" clId="{93D5DC4F-D631-41F7-8826-46BEC4B54866}" dt="2026-10-13T06:54:52.280" v="10"/>
        <pc:sldMkLst>
          <pc:docMk/>
          <pc:sldMk cId="3692165448" sldId="3271"/>
        </pc:sldMkLst>
      </pc:sldChg>
      <pc:sldChg chg="del">
        <pc:chgData name="Deslandes Vincent (KINEIS)" userId="142c1a83-0c13-4d92-a6b8-1ad52a03ee35" providerId="ADAL" clId="{93D5DC4F-D631-41F7-8826-46BEC4B54866}" dt="2026-10-13T06:54:53.930" v="13"/>
        <pc:sldMkLst>
          <pc:docMk/>
          <pc:sldMk cId="3586234992" sldId="3272"/>
        </pc:sldMkLst>
      </pc:sldChg>
      <pc:sldChg chg="del">
        <pc:chgData name="Deslandes Vincent (KINEIS)" userId="142c1a83-0c13-4d92-a6b8-1ad52a03ee35" providerId="ADAL" clId="{93D5DC4F-D631-41F7-8826-46BEC4B54866}" dt="2026-10-13T06:55:22.315" v="19"/>
        <pc:sldMkLst>
          <pc:docMk/>
          <pc:sldMk cId="2876674773" sldId="3273"/>
        </pc:sldMkLst>
      </pc:sldChg>
      <pc:sldChg chg="del">
        <pc:chgData name="Deslandes Vincent (KINEIS)" userId="142c1a83-0c13-4d92-a6b8-1ad52a03ee35" providerId="ADAL" clId="{93D5DC4F-D631-41F7-8826-46BEC4B54866}" dt="2026-10-13T06:54:55.198" v="16"/>
        <pc:sldMkLst>
          <pc:docMk/>
          <pc:sldMk cId="4039680751" sldId="3274"/>
        </pc:sldMkLst>
      </pc:sldChg>
      <pc:sldChg chg="addSp modSp add del mod modClrScheme chgLayout">
        <pc:chgData name="Deslandes Vincent (KINEIS)" userId="142c1a83-0c13-4d92-a6b8-1ad52a03ee35" providerId="ADAL" clId="{93D5DC4F-D631-41F7-8826-46BEC4B54866}" dt="2026-10-13T06:54:34.581" v="5"/>
        <pc:sldMkLst>
          <pc:docMk/>
          <pc:sldMk cId="3367872034" sldId="3276"/>
        </pc:sldMkLst>
        <pc:spChg chg="mod">
          <ac:chgData name="Deslandes Vincent (KINEIS)" userId="142c1a83-0c13-4d92-a6b8-1ad52a03ee35" providerId="ADAL" clId="{93D5DC4F-D631-41F7-8826-46BEC4B54866}" dt="2026-10-13T06:53:45.347" v="2" actId="27636"/>
          <ac:spMkLst>
            <pc:docMk/>
            <pc:sldMk cId="3367872034" sldId="3276"/>
            <ac:spMk id="2" creationId="{B04A0F48-C924-FC5E-9796-C1A8CA8EFE16}"/>
          </ac:spMkLst>
        </pc:spChg>
        <pc:spChg chg="add mod ord">
          <ac:chgData name="Deslandes Vincent (KINEIS)" userId="142c1a83-0c13-4d92-a6b8-1ad52a03ee35" providerId="ADAL" clId="{93D5DC4F-D631-41F7-8826-46BEC4B54866}" dt="2026-10-13T06:53:48.941" v="3"/>
          <ac:spMkLst>
            <pc:docMk/>
            <pc:sldMk cId="3367872034" sldId="3276"/>
            <ac:spMk id="4" creationId="{A1D1F205-01CB-EDC5-00B4-D0D46A74F6B3}"/>
          </ac:spMkLst>
        </pc:spChg>
        <pc:spChg chg="add mod ord">
          <ac:chgData name="Deslandes Vincent (KINEIS)" userId="142c1a83-0c13-4d92-a6b8-1ad52a03ee35" providerId="ADAL" clId="{93D5DC4F-D631-41F7-8826-46BEC4B54866}" dt="2026-10-13T06:53:48.941" v="3"/>
          <ac:spMkLst>
            <pc:docMk/>
            <pc:sldMk cId="3367872034" sldId="3276"/>
            <ac:spMk id="7" creationId="{A224C4C1-4D07-37F7-466E-87D617C14BC7}"/>
          </ac:spMkLst>
        </pc:spChg>
        <pc:spChg chg="add mod ord">
          <ac:chgData name="Deslandes Vincent (KINEIS)" userId="142c1a83-0c13-4d92-a6b8-1ad52a03ee35" providerId="ADAL" clId="{93D5DC4F-D631-41F7-8826-46BEC4B54866}" dt="2026-10-13T06:53:48.941" v="3"/>
          <ac:spMkLst>
            <pc:docMk/>
            <pc:sldMk cId="3367872034" sldId="3276"/>
            <ac:spMk id="8" creationId="{6E75346C-E2A0-21AB-C4F7-1D8F438CF480}"/>
          </ac:spMkLst>
        </pc:spChg>
      </pc:sldChg>
      <pc:sldChg chg="delSp modSp add mod">
        <pc:chgData name="Deslandes Vincent (KINEIS)" userId="142c1a83-0c13-4d92-a6b8-1ad52a03ee35" providerId="ADAL" clId="{93D5DC4F-D631-41F7-8826-46BEC4B54866}" dt="2026-10-13T06:57:53.182" v="48"/>
        <pc:sldMkLst>
          <pc:docMk/>
          <pc:sldMk cId="1408521647" sldId="3277"/>
        </pc:sldMkLst>
        <pc:spChg chg="del">
          <ac:chgData name="Deslandes Vincent (KINEIS)" userId="142c1a83-0c13-4d92-a6b8-1ad52a03ee35" providerId="ADAL" clId="{93D5DC4F-D631-41F7-8826-46BEC4B54866}" dt="2026-10-13T06:57:53.182" v="46"/>
          <ac:spMkLst>
            <pc:docMk/>
            <pc:sldMk cId="1408521647" sldId="3277"/>
            <ac:spMk id="4" creationId="{A1D1F205-01CB-EDC5-00B4-D0D46A74F6B3}"/>
          </ac:spMkLst>
        </pc:spChg>
        <pc:spChg chg="del">
          <ac:chgData name="Deslandes Vincent (KINEIS)" userId="142c1a83-0c13-4d92-a6b8-1ad52a03ee35" providerId="ADAL" clId="{93D5DC4F-D631-41F7-8826-46BEC4B54866}" dt="2026-10-13T06:57:53.182" v="47"/>
          <ac:spMkLst>
            <pc:docMk/>
            <pc:sldMk cId="1408521647" sldId="3277"/>
            <ac:spMk id="7" creationId="{A224C4C1-4D07-37F7-466E-87D617C14BC7}"/>
          </ac:spMkLst>
        </pc:spChg>
        <pc:spChg chg="del">
          <ac:chgData name="Deslandes Vincent (KINEIS)" userId="142c1a83-0c13-4d92-a6b8-1ad52a03ee35" providerId="ADAL" clId="{93D5DC4F-D631-41F7-8826-46BEC4B54866}" dt="2026-10-13T06:57:53.182" v="48"/>
          <ac:spMkLst>
            <pc:docMk/>
            <pc:sldMk cId="1408521647" sldId="3277"/>
            <ac:spMk id="8" creationId="{6E75346C-E2A0-21AB-C4F7-1D8F438CF480}"/>
          </ac:spMkLst>
        </pc:spChg>
        <pc:spChg chg="mod">
          <ac:chgData name="Deslandes Vincent (KINEIS)" userId="142c1a83-0c13-4d92-a6b8-1ad52a03ee35" providerId="ADAL" clId="{93D5DC4F-D631-41F7-8826-46BEC4B54866}" dt="2026-10-13T06:57:53.180" v="44"/>
          <ac:spMkLst>
            <pc:docMk/>
            <pc:sldMk cId="1408521647" sldId="3277"/>
            <ac:spMk id="12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57:53.181" v="45"/>
          <ac:spMkLst>
            <pc:docMk/>
            <pc:sldMk cId="1408521647" sldId="3277"/>
            <ac:spMk id="13" creationId="{00000000-0000-0000-0000-000000000000}"/>
          </ac:spMkLst>
        </pc:spChg>
      </pc:sldChg>
      <pc:sldChg chg="addSp modSp add del mod modClrScheme chgLayout">
        <pc:chgData name="Deslandes Vincent (KINEIS)" userId="142c1a83-0c13-4d92-a6b8-1ad52a03ee35" providerId="ADAL" clId="{93D5DC4F-D631-41F7-8826-46BEC4B54866}" dt="2026-10-13T06:56:19.881" v="27"/>
        <pc:sldMkLst>
          <pc:docMk/>
          <pc:sldMk cId="4152838447" sldId="3278"/>
        </pc:sldMkLst>
        <pc:spChg chg="mod">
          <ac:chgData name="Deslandes Vincent (KINEIS)" userId="142c1a83-0c13-4d92-a6b8-1ad52a03ee35" providerId="ADAL" clId="{93D5DC4F-D631-41F7-8826-46BEC4B54866}" dt="2026-10-13T06:54:51.014" v="8" actId="27636"/>
          <ac:spMkLst>
            <pc:docMk/>
            <pc:sldMk cId="4152838447" sldId="3278"/>
            <ac:spMk id="2" creationId="{2D5147B8-3C13-8D4C-D30C-74B8E4E68892}"/>
          </ac:spMkLst>
        </pc:spChg>
        <pc:spChg chg="add mod ord">
          <ac:chgData name="Deslandes Vincent (KINEIS)" userId="142c1a83-0c13-4d92-a6b8-1ad52a03ee35" providerId="ADAL" clId="{93D5DC4F-D631-41F7-8826-46BEC4B54866}" dt="2026-10-13T06:55:27.548" v="21"/>
          <ac:spMkLst>
            <pc:docMk/>
            <pc:sldMk cId="4152838447" sldId="3278"/>
            <ac:spMk id="4" creationId="{AF9E2434-B966-7A30-B12E-1038C3E8BF56}"/>
          </ac:spMkLst>
        </pc:spChg>
        <pc:spChg chg="add mod ord">
          <ac:chgData name="Deslandes Vincent (KINEIS)" userId="142c1a83-0c13-4d92-a6b8-1ad52a03ee35" providerId="ADAL" clId="{93D5DC4F-D631-41F7-8826-46BEC4B54866}" dt="2026-10-13T06:55:27.548" v="21"/>
          <ac:spMkLst>
            <pc:docMk/>
            <pc:sldMk cId="4152838447" sldId="3278"/>
            <ac:spMk id="5" creationId="{29B7E169-375B-07E7-7F9D-53DE6D88B5A0}"/>
          </ac:spMkLst>
        </pc:spChg>
        <pc:spChg chg="add mod ord">
          <ac:chgData name="Deslandes Vincent (KINEIS)" userId="142c1a83-0c13-4d92-a6b8-1ad52a03ee35" providerId="ADAL" clId="{93D5DC4F-D631-41F7-8826-46BEC4B54866}" dt="2026-10-13T06:55:27.548" v="21"/>
          <ac:spMkLst>
            <pc:docMk/>
            <pc:sldMk cId="4152838447" sldId="3278"/>
            <ac:spMk id="11" creationId="{E0FF9E29-D157-2585-1825-A74C138E9F6D}"/>
          </ac:spMkLst>
        </pc:spChg>
      </pc:sldChg>
      <pc:sldChg chg="addSp modSp add del mod modClrScheme chgLayout">
        <pc:chgData name="Deslandes Vincent (KINEIS)" userId="142c1a83-0c13-4d92-a6b8-1ad52a03ee35" providerId="ADAL" clId="{93D5DC4F-D631-41F7-8826-46BEC4B54866}" dt="2026-10-13T06:56:27.162" v="29"/>
        <pc:sldMkLst>
          <pc:docMk/>
          <pc:sldMk cId="1417454462" sldId="3279"/>
        </pc:sldMkLst>
        <pc:spChg chg="mod">
          <ac:chgData name="Deslandes Vincent (KINEIS)" userId="142c1a83-0c13-4d92-a6b8-1ad52a03ee35" providerId="ADAL" clId="{93D5DC4F-D631-41F7-8826-46BEC4B54866}" dt="2026-10-13T06:54:52.293" v="11" actId="27636"/>
          <ac:spMkLst>
            <pc:docMk/>
            <pc:sldMk cId="1417454462" sldId="3279"/>
            <ac:spMk id="2" creationId="{A98AC5DC-AF40-3F3D-69F9-75A8BC5778E9}"/>
          </ac:spMkLst>
        </pc:spChg>
        <pc:spChg chg="add mod ord">
          <ac:chgData name="Deslandes Vincent (KINEIS)" userId="142c1a83-0c13-4d92-a6b8-1ad52a03ee35" providerId="ADAL" clId="{93D5DC4F-D631-41F7-8826-46BEC4B54866}" dt="2026-10-13T06:55:27.565" v="22"/>
          <ac:spMkLst>
            <pc:docMk/>
            <pc:sldMk cId="1417454462" sldId="3279"/>
            <ac:spMk id="4" creationId="{A7078A84-0E6D-819B-2B49-4CEF9ECE4E52}"/>
          </ac:spMkLst>
        </pc:spChg>
        <pc:spChg chg="add mod ord">
          <ac:chgData name="Deslandes Vincent (KINEIS)" userId="142c1a83-0c13-4d92-a6b8-1ad52a03ee35" providerId="ADAL" clId="{93D5DC4F-D631-41F7-8826-46BEC4B54866}" dt="2026-10-13T06:55:27.565" v="22"/>
          <ac:spMkLst>
            <pc:docMk/>
            <pc:sldMk cId="1417454462" sldId="3279"/>
            <ac:spMk id="8" creationId="{7828872C-2283-B01F-560E-58B4E405DB03}"/>
          </ac:spMkLst>
        </pc:spChg>
        <pc:spChg chg="add mod ord">
          <ac:chgData name="Deslandes Vincent (KINEIS)" userId="142c1a83-0c13-4d92-a6b8-1ad52a03ee35" providerId="ADAL" clId="{93D5DC4F-D631-41F7-8826-46BEC4B54866}" dt="2026-10-13T06:55:27.565" v="22"/>
          <ac:spMkLst>
            <pc:docMk/>
            <pc:sldMk cId="1417454462" sldId="3279"/>
            <ac:spMk id="11" creationId="{E3D7F6F6-4A9F-3522-ED6A-DE6C1E0F6F62}"/>
          </ac:spMkLst>
        </pc:spChg>
      </pc:sldChg>
      <pc:sldChg chg="addSp modSp add del mod modClrScheme chgLayout">
        <pc:chgData name="Deslandes Vincent (KINEIS)" userId="142c1a83-0c13-4d92-a6b8-1ad52a03ee35" providerId="ADAL" clId="{93D5DC4F-D631-41F7-8826-46BEC4B54866}" dt="2026-10-13T06:56:31.464" v="31"/>
        <pc:sldMkLst>
          <pc:docMk/>
          <pc:sldMk cId="481670613" sldId="3280"/>
        </pc:sldMkLst>
        <pc:spChg chg="mod">
          <ac:chgData name="Deslandes Vincent (KINEIS)" userId="142c1a83-0c13-4d92-a6b8-1ad52a03ee35" providerId="ADAL" clId="{93D5DC4F-D631-41F7-8826-46BEC4B54866}" dt="2026-10-13T06:54:53.931" v="14" actId="27636"/>
          <ac:spMkLst>
            <pc:docMk/>
            <pc:sldMk cId="481670613" sldId="3280"/>
            <ac:spMk id="2" creationId="{59478E18-DDF8-622F-8F01-282FFFDD3464}"/>
          </ac:spMkLst>
        </pc:spChg>
        <pc:spChg chg="add mod ord">
          <ac:chgData name="Deslandes Vincent (KINEIS)" userId="142c1a83-0c13-4d92-a6b8-1ad52a03ee35" providerId="ADAL" clId="{93D5DC4F-D631-41F7-8826-46BEC4B54866}" dt="2026-10-13T06:55:27.565" v="23"/>
          <ac:spMkLst>
            <pc:docMk/>
            <pc:sldMk cId="481670613" sldId="3280"/>
            <ac:spMk id="4" creationId="{3560B0FD-0BAD-07E8-5BFA-2176D47F7F31}"/>
          </ac:spMkLst>
        </pc:spChg>
        <pc:spChg chg="add mod ord">
          <ac:chgData name="Deslandes Vincent (KINEIS)" userId="142c1a83-0c13-4d92-a6b8-1ad52a03ee35" providerId="ADAL" clId="{93D5DC4F-D631-41F7-8826-46BEC4B54866}" dt="2026-10-13T06:55:27.565" v="23"/>
          <ac:spMkLst>
            <pc:docMk/>
            <pc:sldMk cId="481670613" sldId="3280"/>
            <ac:spMk id="6" creationId="{42FB585E-767F-D3D3-F02D-A0E475EF455E}"/>
          </ac:spMkLst>
        </pc:spChg>
        <pc:spChg chg="add mod ord">
          <ac:chgData name="Deslandes Vincent (KINEIS)" userId="142c1a83-0c13-4d92-a6b8-1ad52a03ee35" providerId="ADAL" clId="{93D5DC4F-D631-41F7-8826-46BEC4B54866}" dt="2026-10-13T06:55:27.565" v="23"/>
          <ac:spMkLst>
            <pc:docMk/>
            <pc:sldMk cId="481670613" sldId="3280"/>
            <ac:spMk id="8" creationId="{88848DD7-C104-1DB6-F3C9-19E7C29B2E05}"/>
          </ac:spMkLst>
        </pc:spChg>
      </pc:sldChg>
      <pc:sldChg chg="addSp modSp add del mod modClrScheme chgLayout">
        <pc:chgData name="Deslandes Vincent (KINEIS)" userId="142c1a83-0c13-4d92-a6b8-1ad52a03ee35" providerId="ADAL" clId="{93D5DC4F-D631-41F7-8826-46BEC4B54866}" dt="2026-10-13T06:56:37.713" v="35"/>
        <pc:sldMkLst>
          <pc:docMk/>
          <pc:sldMk cId="883720462" sldId="3281"/>
        </pc:sldMkLst>
        <pc:spChg chg="add mod ord">
          <ac:chgData name="Deslandes Vincent (KINEIS)" userId="142c1a83-0c13-4d92-a6b8-1ad52a03ee35" providerId="ADAL" clId="{93D5DC4F-D631-41F7-8826-46BEC4B54866}" dt="2026-10-13T06:55:27.582" v="25"/>
          <ac:spMkLst>
            <pc:docMk/>
            <pc:sldMk cId="883720462" sldId="3281"/>
            <ac:spMk id="2" creationId="{375C7A36-C92F-E589-2929-2D9CC6F5E1AB}"/>
          </ac:spMkLst>
        </pc:spChg>
        <pc:spChg chg="add mod ord">
          <ac:chgData name="Deslandes Vincent (KINEIS)" userId="142c1a83-0c13-4d92-a6b8-1ad52a03ee35" providerId="ADAL" clId="{93D5DC4F-D631-41F7-8826-46BEC4B54866}" dt="2026-10-13T06:55:27.582" v="25"/>
          <ac:spMkLst>
            <pc:docMk/>
            <pc:sldMk cId="883720462" sldId="3281"/>
            <ac:spMk id="4" creationId="{CAA0E182-34CC-4658-36B7-E19FC97208E9}"/>
          </ac:spMkLst>
        </pc:spChg>
        <pc:spChg chg="add mod ord">
          <ac:chgData name="Deslandes Vincent (KINEIS)" userId="142c1a83-0c13-4d92-a6b8-1ad52a03ee35" providerId="ADAL" clId="{93D5DC4F-D631-41F7-8826-46BEC4B54866}" dt="2026-10-13T06:55:27.582" v="25"/>
          <ac:spMkLst>
            <pc:docMk/>
            <pc:sldMk cId="883720462" sldId="3281"/>
            <ac:spMk id="6" creationId="{0BAEBB96-E2F5-2090-318A-6A5C98ECA5E8}"/>
          </ac:spMkLst>
        </pc:spChg>
        <pc:spChg chg="mod">
          <ac:chgData name="Deslandes Vincent (KINEIS)" userId="142c1a83-0c13-4d92-a6b8-1ad52a03ee35" providerId="ADAL" clId="{93D5DC4F-D631-41F7-8826-46BEC4B54866}" dt="2026-10-13T06:54:55.198" v="17" actId="27636"/>
          <ac:spMkLst>
            <pc:docMk/>
            <pc:sldMk cId="883720462" sldId="3281"/>
            <ac:spMk id="103" creationId="{C784C7B0-355A-839C-04DD-B0AB68D0D61F}"/>
          </ac:spMkLst>
        </pc:spChg>
      </pc:sldChg>
      <pc:sldChg chg="addSp modSp add del mod modClrScheme chgLayout">
        <pc:chgData name="Deslandes Vincent (KINEIS)" userId="142c1a83-0c13-4d92-a6b8-1ad52a03ee35" providerId="ADAL" clId="{93D5DC4F-D631-41F7-8826-46BEC4B54866}" dt="2026-10-13T06:56:34.048" v="33"/>
        <pc:sldMkLst>
          <pc:docMk/>
          <pc:sldMk cId="3033153432" sldId="3282"/>
        </pc:sldMkLst>
        <pc:spChg chg="mod">
          <ac:chgData name="Deslandes Vincent (KINEIS)" userId="142c1a83-0c13-4d92-a6b8-1ad52a03ee35" providerId="ADAL" clId="{93D5DC4F-D631-41F7-8826-46BEC4B54866}" dt="2026-10-13T06:55:22.331" v="20" actId="27636"/>
          <ac:spMkLst>
            <pc:docMk/>
            <pc:sldMk cId="3033153432" sldId="3282"/>
            <ac:spMk id="2" creationId="{4E7615F4-8845-4BB6-7783-48EB748ECD5A}"/>
          </ac:spMkLst>
        </pc:spChg>
        <pc:spChg chg="add mod ord">
          <ac:chgData name="Deslandes Vincent (KINEIS)" userId="142c1a83-0c13-4d92-a6b8-1ad52a03ee35" providerId="ADAL" clId="{93D5DC4F-D631-41F7-8826-46BEC4B54866}" dt="2026-10-13T06:55:27.581" v="24"/>
          <ac:spMkLst>
            <pc:docMk/>
            <pc:sldMk cId="3033153432" sldId="3282"/>
            <ac:spMk id="4" creationId="{D53DA964-D875-0458-26AB-BBEC747CB411}"/>
          </ac:spMkLst>
        </pc:spChg>
        <pc:spChg chg="add mod ord">
          <ac:chgData name="Deslandes Vincent (KINEIS)" userId="142c1a83-0c13-4d92-a6b8-1ad52a03ee35" providerId="ADAL" clId="{93D5DC4F-D631-41F7-8826-46BEC4B54866}" dt="2026-10-13T06:55:27.581" v="24"/>
          <ac:spMkLst>
            <pc:docMk/>
            <pc:sldMk cId="3033153432" sldId="3282"/>
            <ac:spMk id="5" creationId="{23A7C2CE-8452-6F02-C6E1-1451B06B2DC0}"/>
          </ac:spMkLst>
        </pc:spChg>
        <pc:spChg chg="add mod ord">
          <ac:chgData name="Deslandes Vincent (KINEIS)" userId="142c1a83-0c13-4d92-a6b8-1ad52a03ee35" providerId="ADAL" clId="{93D5DC4F-D631-41F7-8826-46BEC4B54866}" dt="2026-10-13T06:55:27.581" v="24"/>
          <ac:spMkLst>
            <pc:docMk/>
            <pc:sldMk cId="3033153432" sldId="3282"/>
            <ac:spMk id="9" creationId="{0AEB50C0-9538-5475-CA5F-BC5B47F35ACD}"/>
          </ac:spMkLst>
        </pc:spChg>
      </pc:sldChg>
      <pc:sldChg chg="delSp modSp add mod">
        <pc:chgData name="Deslandes Vincent (KINEIS)" userId="142c1a83-0c13-4d92-a6b8-1ad52a03ee35" providerId="ADAL" clId="{93D5DC4F-D631-41F7-8826-46BEC4B54866}" dt="2026-10-13T06:57:53.198" v="53"/>
        <pc:sldMkLst>
          <pc:docMk/>
          <pc:sldMk cId="989547895" sldId="3283"/>
        </pc:sldMkLst>
        <pc:spChg chg="del">
          <ac:chgData name="Deslandes Vincent (KINEIS)" userId="142c1a83-0c13-4d92-a6b8-1ad52a03ee35" providerId="ADAL" clId="{93D5DC4F-D631-41F7-8826-46BEC4B54866}" dt="2026-10-13T06:57:53.198" v="51"/>
          <ac:spMkLst>
            <pc:docMk/>
            <pc:sldMk cId="989547895" sldId="3283"/>
            <ac:spMk id="4" creationId="{AF9E2434-B966-7A30-B12E-1038C3E8BF56}"/>
          </ac:spMkLst>
        </pc:spChg>
        <pc:spChg chg="del">
          <ac:chgData name="Deslandes Vincent (KINEIS)" userId="142c1a83-0c13-4d92-a6b8-1ad52a03ee35" providerId="ADAL" clId="{93D5DC4F-D631-41F7-8826-46BEC4B54866}" dt="2026-10-13T06:57:53.198" v="52"/>
          <ac:spMkLst>
            <pc:docMk/>
            <pc:sldMk cId="989547895" sldId="3283"/>
            <ac:spMk id="5" creationId="{29B7E169-375B-07E7-7F9D-53DE6D88B5A0}"/>
          </ac:spMkLst>
        </pc:spChg>
        <pc:spChg chg="del">
          <ac:chgData name="Deslandes Vincent (KINEIS)" userId="142c1a83-0c13-4d92-a6b8-1ad52a03ee35" providerId="ADAL" clId="{93D5DC4F-D631-41F7-8826-46BEC4B54866}" dt="2026-10-13T06:57:53.198" v="53"/>
          <ac:spMkLst>
            <pc:docMk/>
            <pc:sldMk cId="989547895" sldId="3283"/>
            <ac:spMk id="11" creationId="{E0FF9E29-D157-2585-1825-A74C138E9F6D}"/>
          </ac:spMkLst>
        </pc:spChg>
        <pc:spChg chg="mod">
          <ac:chgData name="Deslandes Vincent (KINEIS)" userId="142c1a83-0c13-4d92-a6b8-1ad52a03ee35" providerId="ADAL" clId="{93D5DC4F-D631-41F7-8826-46BEC4B54866}" dt="2026-10-13T06:57:53.198" v="49"/>
          <ac:spMkLst>
            <pc:docMk/>
            <pc:sldMk cId="989547895" sldId="3283"/>
            <ac:spMk id="41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57:53.198" v="50"/>
          <ac:spMkLst>
            <pc:docMk/>
            <pc:sldMk cId="989547895" sldId="3283"/>
            <ac:spMk id="42" creationId="{00000000-0000-0000-0000-000000000000}"/>
          </ac:spMkLst>
        </pc:spChg>
      </pc:sldChg>
      <pc:sldChg chg="addSp delSp modSp add mod delAnim">
        <pc:chgData name="Deslandes Vincent (KINEIS)" userId="142c1a83-0c13-4d92-a6b8-1ad52a03ee35" providerId="ADAL" clId="{93D5DC4F-D631-41F7-8826-46BEC4B54866}" dt="2026-10-13T07:02:00.077" v="182" actId="14100"/>
        <pc:sldMkLst>
          <pc:docMk/>
          <pc:sldMk cId="2928864457" sldId="3284"/>
        </pc:sldMkLst>
        <pc:spChg chg="del">
          <ac:chgData name="Deslandes Vincent (KINEIS)" userId="142c1a83-0c13-4d92-a6b8-1ad52a03ee35" providerId="ADAL" clId="{93D5DC4F-D631-41F7-8826-46BEC4B54866}" dt="2026-10-13T06:57:53.198" v="58"/>
          <ac:spMkLst>
            <pc:docMk/>
            <pc:sldMk cId="2928864457" sldId="3284"/>
            <ac:spMk id="4" creationId="{A7078A84-0E6D-819B-2B49-4CEF9ECE4E52}"/>
          </ac:spMkLst>
        </pc:spChg>
        <pc:spChg chg="del">
          <ac:chgData name="Deslandes Vincent (KINEIS)" userId="142c1a83-0c13-4d92-a6b8-1ad52a03ee35" providerId="ADAL" clId="{93D5DC4F-D631-41F7-8826-46BEC4B54866}" dt="2026-10-13T06:57:53.198" v="59"/>
          <ac:spMkLst>
            <pc:docMk/>
            <pc:sldMk cId="2928864457" sldId="3284"/>
            <ac:spMk id="8" creationId="{7828872C-2283-B01F-560E-58B4E405DB03}"/>
          </ac:spMkLst>
        </pc:spChg>
        <pc:spChg chg="mod">
          <ac:chgData name="Deslandes Vincent (KINEIS)" userId="142c1a83-0c13-4d92-a6b8-1ad52a03ee35" providerId="ADAL" clId="{93D5DC4F-D631-41F7-8826-46BEC4B54866}" dt="2026-10-13T06:58:03.302" v="71"/>
          <ac:spMkLst>
            <pc:docMk/>
            <pc:sldMk cId="2928864457" sldId="3284"/>
            <ac:spMk id="9" creationId="{76CF2723-ECFF-FF82-EE5C-001EE6D449C6}"/>
          </ac:spMkLst>
        </pc:spChg>
        <pc:spChg chg="del">
          <ac:chgData name="Deslandes Vincent (KINEIS)" userId="142c1a83-0c13-4d92-a6b8-1ad52a03ee35" providerId="ADAL" clId="{93D5DC4F-D631-41F7-8826-46BEC4B54866}" dt="2026-10-13T06:57:53.212" v="60"/>
          <ac:spMkLst>
            <pc:docMk/>
            <pc:sldMk cId="2928864457" sldId="3284"/>
            <ac:spMk id="11" creationId="{E3D7F6F6-4A9F-3522-ED6A-DE6C1E0F6F62}"/>
          </ac:spMkLst>
        </pc:spChg>
        <pc:spChg chg="mod">
          <ac:chgData name="Deslandes Vincent (KINEIS)" userId="142c1a83-0c13-4d92-a6b8-1ad52a03ee35" providerId="ADAL" clId="{93D5DC4F-D631-41F7-8826-46BEC4B54866}" dt="2026-10-13T07:02:00.077" v="182" actId="14100"/>
          <ac:spMkLst>
            <pc:docMk/>
            <pc:sldMk cId="2928864457" sldId="3284"/>
            <ac:spMk id="52" creationId="{3F5031E5-373B-F99E-826C-465997543750}"/>
          </ac:spMkLst>
        </pc:spChg>
        <pc:spChg chg="mod">
          <ac:chgData name="Deslandes Vincent (KINEIS)" userId="142c1a83-0c13-4d92-a6b8-1ad52a03ee35" providerId="ADAL" clId="{93D5DC4F-D631-41F7-8826-46BEC4B54866}" dt="2026-10-13T06:57:53.198" v="54"/>
          <ac:spMkLst>
            <pc:docMk/>
            <pc:sldMk cId="2928864457" sldId="3284"/>
            <ac:spMk id="60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57:53.198" v="55"/>
          <ac:spMkLst>
            <pc:docMk/>
            <pc:sldMk cId="2928864457" sldId="3284"/>
            <ac:spMk id="61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57:53.198" v="56"/>
          <ac:spMkLst>
            <pc:docMk/>
            <pc:sldMk cId="2928864457" sldId="3284"/>
            <ac:spMk id="62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57:53.198" v="57"/>
          <ac:spMkLst>
            <pc:docMk/>
            <pc:sldMk cId="2928864457" sldId="3284"/>
            <ac:spMk id="63" creationId="{00000000-0000-0000-0000-000000000000}"/>
          </ac:spMkLst>
        </pc:spChg>
        <pc:picChg chg="add del mod">
          <ac:chgData name="Deslandes Vincent (KINEIS)" userId="142c1a83-0c13-4d92-a6b8-1ad52a03ee35" providerId="ADAL" clId="{93D5DC4F-D631-41F7-8826-46BEC4B54866}" dt="2026-10-13T07:01:40.050" v="176" actId="478"/>
          <ac:picMkLst>
            <pc:docMk/>
            <pc:sldMk cId="2928864457" sldId="3284"/>
            <ac:picMk id="6" creationId="{C345E592-9AA8-0B07-524E-04F433911D5E}"/>
          </ac:picMkLst>
        </pc:picChg>
        <pc:picChg chg="add del mod">
          <ac:chgData name="Deslandes Vincent (KINEIS)" userId="142c1a83-0c13-4d92-a6b8-1ad52a03ee35" providerId="ADAL" clId="{93D5DC4F-D631-41F7-8826-46BEC4B54866}" dt="2026-10-13T07:01:40.050" v="176" actId="478"/>
          <ac:picMkLst>
            <pc:docMk/>
            <pc:sldMk cId="2928864457" sldId="3284"/>
            <ac:picMk id="7" creationId="{75E899EF-050C-031C-58CF-04C41E7E0FE4}"/>
          </ac:picMkLst>
        </pc:picChg>
        <pc:picChg chg="mod">
          <ac:chgData name="Deslandes Vincent (KINEIS)" userId="142c1a83-0c13-4d92-a6b8-1ad52a03ee35" providerId="ADAL" clId="{93D5DC4F-D631-41F7-8826-46BEC4B54866}" dt="2026-10-13T07:01:54.221" v="181"/>
          <ac:picMkLst>
            <pc:docMk/>
            <pc:sldMk cId="2928864457" sldId="3284"/>
            <ac:picMk id="13" creationId="{DBB7F2A1-A969-6B66-A3BD-801ADB42CFB6}"/>
          </ac:picMkLst>
        </pc:picChg>
        <pc:picChg chg="add mod">
          <ac:chgData name="Deslandes Vincent (KINEIS)" userId="142c1a83-0c13-4d92-a6b8-1ad52a03ee35" providerId="ADAL" clId="{93D5DC4F-D631-41F7-8826-46BEC4B54866}" dt="2026-10-13T07:01:36.522" v="175" actId="1076"/>
          <ac:picMkLst>
            <pc:docMk/>
            <pc:sldMk cId="2928864457" sldId="3284"/>
            <ac:picMk id="16" creationId="{3576FFC5-C589-988D-A7F1-0317C7273B4F}"/>
          </ac:picMkLst>
        </pc:picChg>
        <pc:picChg chg="del">
          <ac:chgData name="Deslandes Vincent (KINEIS)" userId="142c1a83-0c13-4d92-a6b8-1ad52a03ee35" providerId="ADAL" clId="{93D5DC4F-D631-41F7-8826-46BEC4B54866}" dt="2026-10-13T07:01:20.910" v="170" actId="478"/>
          <ac:picMkLst>
            <pc:docMk/>
            <pc:sldMk cId="2928864457" sldId="3284"/>
            <ac:picMk id="17" creationId="{7966412B-FDB8-435D-4895-A9532AAFCC65}"/>
          </ac:picMkLst>
        </pc:picChg>
        <pc:picChg chg="add mod">
          <ac:chgData name="Deslandes Vincent (KINEIS)" userId="142c1a83-0c13-4d92-a6b8-1ad52a03ee35" providerId="ADAL" clId="{93D5DC4F-D631-41F7-8826-46BEC4B54866}" dt="2026-10-13T07:01:42.612" v="177" actId="571"/>
          <ac:picMkLst>
            <pc:docMk/>
            <pc:sldMk cId="2928864457" sldId="3284"/>
            <ac:picMk id="18" creationId="{A1914398-3B87-1BF3-7A0A-E304A62D2642}"/>
          </ac:picMkLst>
        </pc:picChg>
        <pc:picChg chg="add mod">
          <ac:chgData name="Deslandes Vincent (KINEIS)" userId="142c1a83-0c13-4d92-a6b8-1ad52a03ee35" providerId="ADAL" clId="{93D5DC4F-D631-41F7-8826-46BEC4B54866}" dt="2026-10-13T07:01:43.740" v="178" actId="571"/>
          <ac:picMkLst>
            <pc:docMk/>
            <pc:sldMk cId="2928864457" sldId="3284"/>
            <ac:picMk id="20" creationId="{BAAB2931-1FDF-6CE9-535E-B1ACFEA16144}"/>
          </ac:picMkLst>
        </pc:picChg>
        <pc:picChg chg="add mod">
          <ac:chgData name="Deslandes Vincent (KINEIS)" userId="142c1a83-0c13-4d92-a6b8-1ad52a03ee35" providerId="ADAL" clId="{93D5DC4F-D631-41F7-8826-46BEC4B54866}" dt="2026-10-13T07:01:44.819" v="179" actId="571"/>
          <ac:picMkLst>
            <pc:docMk/>
            <pc:sldMk cId="2928864457" sldId="3284"/>
            <ac:picMk id="22" creationId="{BEF6BC68-4720-D740-18A8-B70C8CDC5347}"/>
          </ac:picMkLst>
        </pc:picChg>
        <pc:picChg chg="del mod">
          <ac:chgData name="Deslandes Vincent (KINEIS)" userId="142c1a83-0c13-4d92-a6b8-1ad52a03ee35" providerId="ADAL" clId="{93D5DC4F-D631-41F7-8826-46BEC4B54866}" dt="2026-10-13T07:01:33.907" v="173" actId="478"/>
          <ac:picMkLst>
            <pc:docMk/>
            <pc:sldMk cId="2928864457" sldId="3284"/>
            <ac:picMk id="27" creationId="{CFE01250-663F-2095-E57C-6B29BA0BB0FE}"/>
          </ac:picMkLst>
        </pc:picChg>
        <pc:picChg chg="del">
          <ac:chgData name="Deslandes Vincent (KINEIS)" userId="142c1a83-0c13-4d92-a6b8-1ad52a03ee35" providerId="ADAL" clId="{93D5DC4F-D631-41F7-8826-46BEC4B54866}" dt="2026-10-13T07:01:20.910" v="170" actId="478"/>
          <ac:picMkLst>
            <pc:docMk/>
            <pc:sldMk cId="2928864457" sldId="3284"/>
            <ac:picMk id="29" creationId="{A9AF9D0D-DFCF-5E79-7507-0A3508CCC8EA}"/>
          </ac:picMkLst>
        </pc:picChg>
        <pc:picChg chg="del">
          <ac:chgData name="Deslandes Vincent (KINEIS)" userId="142c1a83-0c13-4d92-a6b8-1ad52a03ee35" providerId="ADAL" clId="{93D5DC4F-D631-41F7-8826-46BEC4B54866}" dt="2026-10-13T07:01:40.050" v="176" actId="478"/>
          <ac:picMkLst>
            <pc:docMk/>
            <pc:sldMk cId="2928864457" sldId="3284"/>
            <ac:picMk id="31" creationId="{56107C4C-CC95-2D63-2BF5-CB2F53C7E34C}"/>
          </ac:picMkLst>
        </pc:picChg>
      </pc:sldChg>
      <pc:sldChg chg="add del">
        <pc:chgData name="Deslandes Vincent (KINEIS)" userId="142c1a83-0c13-4d92-a6b8-1ad52a03ee35" providerId="ADAL" clId="{93D5DC4F-D631-41F7-8826-46BEC4B54866}" dt="2026-10-13T06:57:04.663" v="37"/>
        <pc:sldMkLst>
          <pc:docMk/>
          <pc:sldMk cId="3125288834" sldId="3285"/>
        </pc:sldMkLst>
      </pc:sldChg>
      <pc:sldChg chg="add del">
        <pc:chgData name="Deslandes Vincent (KINEIS)" userId="142c1a83-0c13-4d92-a6b8-1ad52a03ee35" providerId="ADAL" clId="{93D5DC4F-D631-41F7-8826-46BEC4B54866}" dt="2026-10-13T06:57:11.051" v="41"/>
        <pc:sldMkLst>
          <pc:docMk/>
          <pc:sldMk cId="3716332724" sldId="3286"/>
        </pc:sldMkLst>
      </pc:sldChg>
      <pc:sldChg chg="add del">
        <pc:chgData name="Deslandes Vincent (KINEIS)" userId="142c1a83-0c13-4d92-a6b8-1ad52a03ee35" providerId="ADAL" clId="{93D5DC4F-D631-41F7-8826-46BEC4B54866}" dt="2026-10-13T06:57:05.884" v="39"/>
        <pc:sldMkLst>
          <pc:docMk/>
          <pc:sldMk cId="2807160810" sldId="3287"/>
        </pc:sldMkLst>
      </pc:sldChg>
      <pc:sldChg chg="addSp delSp modSp add mod">
        <pc:chgData name="Deslandes Vincent (KINEIS)" userId="142c1a83-0c13-4d92-a6b8-1ad52a03ee35" providerId="ADAL" clId="{93D5DC4F-D631-41F7-8826-46BEC4B54866}" dt="2026-10-13T07:01:00.636" v="168" actId="1038"/>
        <pc:sldMkLst>
          <pc:docMk/>
          <pc:sldMk cId="2883900590" sldId="3288"/>
        </pc:sldMkLst>
        <pc:spChg chg="del">
          <ac:chgData name="Deslandes Vincent (KINEIS)" userId="142c1a83-0c13-4d92-a6b8-1ad52a03ee35" providerId="ADAL" clId="{93D5DC4F-D631-41F7-8826-46BEC4B54866}" dt="2026-10-13T06:57:53.215" v="61"/>
          <ac:spMkLst>
            <pc:docMk/>
            <pc:sldMk cId="2883900590" sldId="3288"/>
            <ac:spMk id="4" creationId="{3560B0FD-0BAD-07E8-5BFA-2176D47F7F31}"/>
          </ac:spMkLst>
        </pc:spChg>
        <pc:spChg chg="mod">
          <ac:chgData name="Deslandes Vincent (KINEIS)" userId="142c1a83-0c13-4d92-a6b8-1ad52a03ee35" providerId="ADAL" clId="{93D5DC4F-D631-41F7-8826-46BEC4B54866}" dt="2026-10-13T06:58:03.302" v="73"/>
          <ac:spMkLst>
            <pc:docMk/>
            <pc:sldMk cId="2883900590" sldId="3288"/>
            <ac:spMk id="5" creationId="{68AA9047-0E77-7FF5-8155-C728AF408F01}"/>
          </ac:spMkLst>
        </pc:spChg>
        <pc:spChg chg="del">
          <ac:chgData name="Deslandes Vincent (KINEIS)" userId="142c1a83-0c13-4d92-a6b8-1ad52a03ee35" providerId="ADAL" clId="{93D5DC4F-D631-41F7-8826-46BEC4B54866}" dt="2026-10-13T06:57:53.215" v="62"/>
          <ac:spMkLst>
            <pc:docMk/>
            <pc:sldMk cId="2883900590" sldId="3288"/>
            <ac:spMk id="6" creationId="{42FB585E-767F-D3D3-F02D-A0E475EF455E}"/>
          </ac:spMkLst>
        </pc:spChg>
        <pc:spChg chg="mod">
          <ac:chgData name="Deslandes Vincent (KINEIS)" userId="142c1a83-0c13-4d92-a6b8-1ad52a03ee35" providerId="ADAL" clId="{93D5DC4F-D631-41F7-8826-46BEC4B54866}" dt="2026-10-13T07:01:00.636" v="168" actId="1038"/>
          <ac:spMkLst>
            <pc:docMk/>
            <pc:sldMk cId="2883900590" sldId="3288"/>
            <ac:spMk id="7" creationId="{9F04BE19-7F1F-CFB8-E5FE-382DC085EA3F}"/>
          </ac:spMkLst>
        </pc:spChg>
        <pc:spChg chg="del">
          <ac:chgData name="Deslandes Vincent (KINEIS)" userId="142c1a83-0c13-4d92-a6b8-1ad52a03ee35" providerId="ADAL" clId="{93D5DC4F-D631-41F7-8826-46BEC4B54866}" dt="2026-10-13T06:57:53.215" v="63"/>
          <ac:spMkLst>
            <pc:docMk/>
            <pc:sldMk cId="2883900590" sldId="3288"/>
            <ac:spMk id="8" creationId="{88848DD7-C104-1DB6-F3C9-19E7C29B2E05}"/>
          </ac:spMkLst>
        </pc:spChg>
        <pc:picChg chg="del">
          <ac:chgData name="Deslandes Vincent (KINEIS)" userId="142c1a83-0c13-4d92-a6b8-1ad52a03ee35" providerId="ADAL" clId="{93D5DC4F-D631-41F7-8826-46BEC4B54866}" dt="2026-10-13T07:00:43.833" v="104" actId="478"/>
          <ac:picMkLst>
            <pc:docMk/>
            <pc:sldMk cId="2883900590" sldId="3288"/>
            <ac:picMk id="12" creationId="{DF2D3108-9C3E-9A84-6E27-CF27B39D13B1}"/>
          </ac:picMkLst>
        </pc:picChg>
        <pc:picChg chg="add mod">
          <ac:chgData name="Deslandes Vincent (KINEIS)" userId="142c1a83-0c13-4d92-a6b8-1ad52a03ee35" providerId="ADAL" clId="{93D5DC4F-D631-41F7-8826-46BEC4B54866}" dt="2026-10-13T07:01:00.636" v="168" actId="1038"/>
          <ac:picMkLst>
            <pc:docMk/>
            <pc:sldMk cId="2883900590" sldId="3288"/>
            <ac:picMk id="18" creationId="{4E3668ED-D4BA-0D1D-1CFA-D003DAEA1CFE}"/>
          </ac:picMkLst>
        </pc:picChg>
      </pc:sldChg>
      <pc:sldChg chg="delSp modSp add mod">
        <pc:chgData name="Deslandes Vincent (KINEIS)" userId="142c1a83-0c13-4d92-a6b8-1ad52a03ee35" providerId="ADAL" clId="{93D5DC4F-D631-41F7-8826-46BEC4B54866}" dt="2026-10-13T06:58:40.219" v="103"/>
        <pc:sldMkLst>
          <pc:docMk/>
          <pc:sldMk cId="2933876432" sldId="3289"/>
        </pc:sldMkLst>
        <pc:spChg chg="del">
          <ac:chgData name="Deslandes Vincent (KINEIS)" userId="142c1a83-0c13-4d92-a6b8-1ad52a03ee35" providerId="ADAL" clId="{93D5DC4F-D631-41F7-8826-46BEC4B54866}" dt="2026-10-13T06:57:53.232" v="67"/>
          <ac:spMkLst>
            <pc:docMk/>
            <pc:sldMk cId="2933876432" sldId="3289"/>
            <ac:spMk id="2" creationId="{375C7A36-C92F-E589-2929-2D9CC6F5E1AB}"/>
          </ac:spMkLst>
        </pc:spChg>
        <pc:spChg chg="del">
          <ac:chgData name="Deslandes Vincent (KINEIS)" userId="142c1a83-0c13-4d92-a6b8-1ad52a03ee35" providerId="ADAL" clId="{93D5DC4F-D631-41F7-8826-46BEC4B54866}" dt="2026-10-13T06:57:53.232" v="68"/>
          <ac:spMkLst>
            <pc:docMk/>
            <pc:sldMk cId="2933876432" sldId="3289"/>
            <ac:spMk id="4" creationId="{CAA0E182-34CC-4658-36B7-E19FC97208E9}"/>
          </ac:spMkLst>
        </pc:spChg>
        <pc:spChg chg="mod">
          <ac:chgData name="Deslandes Vincent (KINEIS)" userId="142c1a83-0c13-4d92-a6b8-1ad52a03ee35" providerId="ADAL" clId="{93D5DC4F-D631-41F7-8826-46BEC4B54866}" dt="2026-10-13T06:58:34.997" v="101"/>
          <ac:spMkLst>
            <pc:docMk/>
            <pc:sldMk cId="2933876432" sldId="3289"/>
            <ac:spMk id="5" creationId="{1DA13C5B-5E20-5B20-85D6-6DB37769DE3C}"/>
          </ac:spMkLst>
        </pc:spChg>
        <pc:spChg chg="del">
          <ac:chgData name="Deslandes Vincent (KINEIS)" userId="142c1a83-0c13-4d92-a6b8-1ad52a03ee35" providerId="ADAL" clId="{93D5DC4F-D631-41F7-8826-46BEC4B54866}" dt="2026-10-13T06:57:53.232" v="69"/>
          <ac:spMkLst>
            <pc:docMk/>
            <pc:sldMk cId="2933876432" sldId="3289"/>
            <ac:spMk id="6" creationId="{0BAEBB96-E2F5-2090-318A-6A5C98ECA5E8}"/>
          </ac:spMkLst>
        </pc:spChg>
        <pc:spChg chg="mod">
          <ac:chgData name="Deslandes Vincent (KINEIS)" userId="142c1a83-0c13-4d92-a6b8-1ad52a03ee35" providerId="ADAL" clId="{93D5DC4F-D631-41F7-8826-46BEC4B54866}" dt="2026-10-13T06:58:40.219" v="102"/>
          <ac:spMkLst>
            <pc:docMk/>
            <pc:sldMk cId="2933876432" sldId="3289"/>
            <ac:spMk id="80" creationId="{C0355C2D-82A2-9052-6D4D-C9666AFD5726}"/>
          </ac:spMkLst>
        </pc:spChg>
        <pc:spChg chg="mod">
          <ac:chgData name="Deslandes Vincent (KINEIS)" userId="142c1a83-0c13-4d92-a6b8-1ad52a03ee35" providerId="ADAL" clId="{93D5DC4F-D631-41F7-8826-46BEC4B54866}" dt="2026-10-13T06:58:40.219" v="103"/>
          <ac:spMkLst>
            <pc:docMk/>
            <pc:sldMk cId="2933876432" sldId="3289"/>
            <ac:spMk id="82" creationId="{2F3C837F-DBAF-CA24-36FF-A880CF72438B}"/>
          </ac:spMkLst>
        </pc:spChg>
        <pc:spChg chg="mod">
          <ac:chgData name="Deslandes Vincent (KINEIS)" userId="142c1a83-0c13-4d92-a6b8-1ad52a03ee35" providerId="ADAL" clId="{93D5DC4F-D631-41F7-8826-46BEC4B54866}" dt="2026-10-13T06:58:34.997" v="95"/>
          <ac:spMkLst>
            <pc:docMk/>
            <pc:sldMk cId="2933876432" sldId="3289"/>
            <ac:spMk id="104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58:34.997" v="97"/>
          <ac:spMkLst>
            <pc:docMk/>
            <pc:sldMk cId="2933876432" sldId="3289"/>
            <ac:spMk id="105" creationId="{00000000-0000-0000-0000-000000000000}"/>
          </ac:spMkLst>
        </pc:spChg>
        <pc:picChg chg="mod">
          <ac:chgData name="Deslandes Vincent (KINEIS)" userId="142c1a83-0c13-4d92-a6b8-1ad52a03ee35" providerId="ADAL" clId="{93D5DC4F-D631-41F7-8826-46BEC4B54866}" dt="2026-10-13T06:58:34.997" v="80"/>
          <ac:picMkLst>
            <pc:docMk/>
            <pc:sldMk cId="2933876432" sldId="3289"/>
            <ac:picMk id="92" creationId="{0CD26774-0DFE-3EE9-738C-C018602B8DA2}"/>
          </ac:picMkLst>
        </pc:picChg>
        <pc:picChg chg="mod">
          <ac:chgData name="Deslandes Vincent (KINEIS)" userId="142c1a83-0c13-4d92-a6b8-1ad52a03ee35" providerId="ADAL" clId="{93D5DC4F-D631-41F7-8826-46BEC4B54866}" dt="2026-10-13T06:58:34.997" v="84"/>
          <ac:picMkLst>
            <pc:docMk/>
            <pc:sldMk cId="2933876432" sldId="3289"/>
            <ac:picMk id="94" creationId="{57C14403-EB03-E26F-DB5E-1FF33AE8205B}"/>
          </ac:picMkLst>
        </pc:picChg>
        <pc:picChg chg="mod">
          <ac:chgData name="Deslandes Vincent (KINEIS)" userId="142c1a83-0c13-4d92-a6b8-1ad52a03ee35" providerId="ADAL" clId="{93D5DC4F-D631-41F7-8826-46BEC4B54866}" dt="2026-10-13T06:58:34.997" v="88"/>
          <ac:picMkLst>
            <pc:docMk/>
            <pc:sldMk cId="2933876432" sldId="3289"/>
            <ac:picMk id="96" creationId="{569BE067-1BCE-847B-0D71-AA4F712C0C77}"/>
          </ac:picMkLst>
        </pc:picChg>
      </pc:sldChg>
      <pc:sldChg chg="delSp modSp add mod">
        <pc:chgData name="Deslandes Vincent (KINEIS)" userId="142c1a83-0c13-4d92-a6b8-1ad52a03ee35" providerId="ADAL" clId="{93D5DC4F-D631-41F7-8826-46BEC4B54866}" dt="2026-10-13T06:58:03.302" v="76"/>
        <pc:sldMkLst>
          <pc:docMk/>
          <pc:sldMk cId="751409109" sldId="3290"/>
        </pc:sldMkLst>
        <pc:spChg chg="del">
          <ac:chgData name="Deslandes Vincent (KINEIS)" userId="142c1a83-0c13-4d92-a6b8-1ad52a03ee35" providerId="ADAL" clId="{93D5DC4F-D631-41F7-8826-46BEC4B54866}" dt="2026-10-13T06:57:53.215" v="64"/>
          <ac:spMkLst>
            <pc:docMk/>
            <pc:sldMk cId="751409109" sldId="3290"/>
            <ac:spMk id="4" creationId="{D53DA964-D875-0458-26AB-BBEC747CB411}"/>
          </ac:spMkLst>
        </pc:spChg>
        <pc:spChg chg="del">
          <ac:chgData name="Deslandes Vincent (KINEIS)" userId="142c1a83-0c13-4d92-a6b8-1ad52a03ee35" providerId="ADAL" clId="{93D5DC4F-D631-41F7-8826-46BEC4B54866}" dt="2026-10-13T06:57:53.215" v="65"/>
          <ac:spMkLst>
            <pc:docMk/>
            <pc:sldMk cId="751409109" sldId="3290"/>
            <ac:spMk id="5" creationId="{23A7C2CE-8452-6F02-C6E1-1451B06B2DC0}"/>
          </ac:spMkLst>
        </pc:spChg>
        <pc:spChg chg="mod">
          <ac:chgData name="Deslandes Vincent (KINEIS)" userId="142c1a83-0c13-4d92-a6b8-1ad52a03ee35" providerId="ADAL" clId="{93D5DC4F-D631-41F7-8826-46BEC4B54866}" dt="2026-10-13T06:58:03.302" v="76"/>
          <ac:spMkLst>
            <pc:docMk/>
            <pc:sldMk cId="751409109" sldId="3290"/>
            <ac:spMk id="8" creationId="{29EB4F93-3198-B28C-9653-C4669ECBD7F8}"/>
          </ac:spMkLst>
        </pc:spChg>
        <pc:spChg chg="del">
          <ac:chgData name="Deslandes Vincent (KINEIS)" userId="142c1a83-0c13-4d92-a6b8-1ad52a03ee35" providerId="ADAL" clId="{93D5DC4F-D631-41F7-8826-46BEC4B54866}" dt="2026-10-13T06:57:53.215" v="66"/>
          <ac:spMkLst>
            <pc:docMk/>
            <pc:sldMk cId="751409109" sldId="3290"/>
            <ac:spMk id="9" creationId="{0AEB50C0-9538-5475-CA5F-BC5B47F35ACD}"/>
          </ac:spMkLst>
        </pc:spChg>
      </pc:sldChg>
      <pc:sldChg chg="add">
        <pc:chgData name="Deslandes Vincent (KINEIS)" userId="142c1a83-0c13-4d92-a6b8-1ad52a03ee35" providerId="ADAL" clId="{93D5DC4F-D631-41F7-8826-46BEC4B54866}" dt="2026-10-13T06:57:30.798" v="42"/>
        <pc:sldMkLst>
          <pc:docMk/>
          <pc:sldMk cId="3582119915" sldId="329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780E84-A6DB-4385-987C-A407FFB5724A}" type="doc">
      <dgm:prSet loTypeId="urn:microsoft.com/office/officeart/2005/8/layout/h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CF87ED6B-F95A-46C1-A696-EB48D7E5CC94}">
      <dgm:prSet phldrT="[Texte]" phldr="0"/>
      <dgm:spPr/>
      <dgm:t>
        <a:bodyPr/>
        <a:lstStyle/>
        <a:p>
          <a:r>
            <a:rPr lang="fr-FR"/>
            <a:t>Math</a:t>
          </a:r>
        </a:p>
      </dgm:t>
    </dgm:pt>
    <dgm:pt modelId="{97FA6BD2-DAE0-4615-989B-D136656E7C67}" type="parTrans" cxnId="{7A444212-5B03-4671-B321-B30E09DE07C9}">
      <dgm:prSet/>
      <dgm:spPr/>
      <dgm:t>
        <a:bodyPr/>
        <a:lstStyle/>
        <a:p>
          <a:endParaRPr lang="fr-FR"/>
        </a:p>
      </dgm:t>
    </dgm:pt>
    <dgm:pt modelId="{E52EC077-573B-4AFD-9AC2-DE4F4790BBE7}" type="sibTrans" cxnId="{7A444212-5B03-4671-B321-B30E09DE07C9}">
      <dgm:prSet phldrT="1" phldr="0"/>
      <dgm:spPr/>
      <dgm:t>
        <a:bodyPr/>
        <a:lstStyle/>
        <a:p>
          <a:endParaRPr lang="fr-FR"/>
        </a:p>
      </dgm:t>
    </dgm:pt>
    <dgm:pt modelId="{8A02ACB0-6994-4929-8638-3E33E46BC433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b="1" i="0"/>
            <a:t>Simple propagation </a:t>
          </a:r>
          <a:r>
            <a:rPr lang="fr-FR" b="1" i="0" err="1"/>
            <a:t>channel</a:t>
          </a:r>
          <a:r>
            <a:rPr lang="fr-FR" b="1" i="0"/>
            <a:t>, Link Budget</a:t>
          </a:r>
          <a:endParaRPr lang="fr-FR" b="1"/>
        </a:p>
      </dgm:t>
    </dgm:pt>
    <dgm:pt modelId="{36A4E4D0-B9B9-43A9-B6A5-3585F72B7CCE}" type="parTrans" cxnId="{D0CDF804-E5A1-4ABB-846A-EAB06E64FA8F}">
      <dgm:prSet/>
      <dgm:spPr/>
      <dgm:t>
        <a:bodyPr/>
        <a:lstStyle/>
        <a:p>
          <a:endParaRPr lang="fr-FR"/>
        </a:p>
      </dgm:t>
    </dgm:pt>
    <dgm:pt modelId="{615F0AC2-3496-4F93-B28D-2F0414931874}" type="sibTrans" cxnId="{D0CDF804-E5A1-4ABB-846A-EAB06E64FA8F}">
      <dgm:prSet/>
      <dgm:spPr/>
      <dgm:t>
        <a:bodyPr/>
        <a:lstStyle/>
        <a:p>
          <a:endParaRPr lang="fr-FR"/>
        </a:p>
      </dgm:t>
    </dgm:pt>
    <dgm:pt modelId="{FDA45B92-20FC-4FB0-9C60-2261CBFDB2B1}">
      <dgm:prSet phldrT="[Texte]" phldr="0"/>
      <dgm:spPr/>
      <dgm:t>
        <a:bodyPr/>
        <a:lstStyle/>
        <a:p>
          <a:r>
            <a:rPr lang="fr-FR"/>
            <a:t>Simulation</a:t>
          </a:r>
        </a:p>
      </dgm:t>
    </dgm:pt>
    <dgm:pt modelId="{91E06F43-0E52-4FC6-9FC0-2C63DEEBF1D5}" type="parTrans" cxnId="{58E233C6-0840-4281-A17F-FFFA74320D0D}">
      <dgm:prSet/>
      <dgm:spPr/>
      <dgm:t>
        <a:bodyPr/>
        <a:lstStyle/>
        <a:p>
          <a:endParaRPr lang="fr-FR"/>
        </a:p>
      </dgm:t>
    </dgm:pt>
    <dgm:pt modelId="{5C95D8AE-1054-4C27-9ECC-3C5373CFCD96}" type="sibTrans" cxnId="{58E233C6-0840-4281-A17F-FFFA74320D0D}">
      <dgm:prSet phldrT="2" phldr="0"/>
      <dgm:spPr/>
      <dgm:t>
        <a:bodyPr/>
        <a:lstStyle/>
        <a:p>
          <a:endParaRPr lang="fr-FR"/>
        </a:p>
      </dgm:t>
    </dgm:pt>
    <dgm:pt modelId="{F603E2C2-E3ED-43B8-83D4-5817BCFD1A9B}">
      <dgm:prSet phldrT="[Texte]" phldr="0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fr-FR" b="1" i="0" err="1"/>
            <a:t>Implement</a:t>
          </a:r>
          <a:r>
            <a:rPr lang="fr-FR" b="1" i="0"/>
            <a:t> communication </a:t>
          </a:r>
          <a:r>
            <a:rPr lang="fr-FR" b="1" i="0" err="1"/>
            <a:t>principles</a:t>
          </a:r>
          <a:endParaRPr lang="fr-FR"/>
        </a:p>
      </dgm:t>
    </dgm:pt>
    <dgm:pt modelId="{16AC095D-0AB0-4101-82C3-14D5E9801F39}" type="parTrans" cxnId="{B115D0EB-B540-4AAF-89AA-CFFBC4CF4042}">
      <dgm:prSet/>
      <dgm:spPr/>
      <dgm:t>
        <a:bodyPr/>
        <a:lstStyle/>
        <a:p>
          <a:endParaRPr lang="fr-FR"/>
        </a:p>
      </dgm:t>
    </dgm:pt>
    <dgm:pt modelId="{B94E0AEB-CF86-4332-B3E0-841A694B3846}" type="sibTrans" cxnId="{B115D0EB-B540-4AAF-89AA-CFFBC4CF4042}">
      <dgm:prSet/>
      <dgm:spPr/>
      <dgm:t>
        <a:bodyPr/>
        <a:lstStyle/>
        <a:p>
          <a:endParaRPr lang="fr-FR"/>
        </a:p>
      </dgm:t>
    </dgm:pt>
    <dgm:pt modelId="{59806A5C-F1E2-40B9-81F8-A3AB1180D44D}">
      <dgm:prSet phldrT="[Texte]" phldr="0"/>
      <dgm:spPr/>
      <dgm:t>
        <a:bodyPr/>
        <a:lstStyle/>
        <a:p>
          <a:r>
            <a:rPr lang="fr-FR" err="1"/>
            <a:t>Exp</a:t>
          </a:r>
          <a:endParaRPr lang="fr-FR"/>
        </a:p>
      </dgm:t>
    </dgm:pt>
    <dgm:pt modelId="{3B94D7FA-312A-43F5-B38C-E43AE59A1D7B}" type="parTrans" cxnId="{697C85B7-231A-4A29-9A8C-1A0A8770E4DB}">
      <dgm:prSet/>
      <dgm:spPr/>
      <dgm:t>
        <a:bodyPr/>
        <a:lstStyle/>
        <a:p>
          <a:endParaRPr lang="fr-FR"/>
        </a:p>
      </dgm:t>
    </dgm:pt>
    <dgm:pt modelId="{4683FF4B-765E-460A-AC75-3BA8F30DDAEE}" type="sibTrans" cxnId="{697C85B7-231A-4A29-9A8C-1A0A8770E4DB}">
      <dgm:prSet phldrT="4" phldr="0"/>
      <dgm:spPr/>
      <dgm:t>
        <a:bodyPr/>
        <a:lstStyle/>
        <a:p>
          <a:endParaRPr lang="fr-FR"/>
        </a:p>
      </dgm:t>
    </dgm:pt>
    <dgm:pt modelId="{A9D6C0F3-6E20-49B5-B078-37652DD866D5}">
      <dgm:prSet phldrT="[Texte]" phldr="0"/>
      <dgm:spPr/>
      <dgm:t>
        <a:bodyPr/>
        <a:lstStyle/>
        <a:p>
          <a:r>
            <a:rPr lang="fr-FR" b="1" i="0"/>
            <a:t>Hardware limitations</a:t>
          </a:r>
          <a:endParaRPr lang="fr-FR"/>
        </a:p>
      </dgm:t>
    </dgm:pt>
    <dgm:pt modelId="{5903DCFF-B557-4DEE-80E6-833827F9CB7E}" type="parTrans" cxnId="{A8A0C542-5DD8-41A9-B104-7190CABEE534}">
      <dgm:prSet/>
      <dgm:spPr/>
      <dgm:t>
        <a:bodyPr/>
        <a:lstStyle/>
        <a:p>
          <a:endParaRPr lang="fr-FR"/>
        </a:p>
      </dgm:t>
    </dgm:pt>
    <dgm:pt modelId="{5877A031-B2A0-4FB6-A607-4C883BAE2A67}" type="sibTrans" cxnId="{A8A0C542-5DD8-41A9-B104-7190CABEE534}">
      <dgm:prSet/>
      <dgm:spPr/>
      <dgm:t>
        <a:bodyPr/>
        <a:lstStyle/>
        <a:p>
          <a:endParaRPr lang="fr-FR"/>
        </a:p>
      </dgm:t>
    </dgm:pt>
    <dgm:pt modelId="{EA24D09E-CEB4-425C-A7F5-A056DFACF38B}">
      <dgm:prSet phldrT="[Texte]" phldr="0"/>
      <dgm:spPr/>
      <dgm:t>
        <a:bodyPr/>
        <a:lstStyle/>
        <a:p>
          <a:r>
            <a:rPr lang="fr-FR"/>
            <a:t>Emulation</a:t>
          </a:r>
        </a:p>
      </dgm:t>
    </dgm:pt>
    <dgm:pt modelId="{0C3B8C2B-C76E-4ACF-918B-3E199D64FC9C}" type="parTrans" cxnId="{09A0E6E3-7F99-46EC-B6FF-C6BB7CCE5A32}">
      <dgm:prSet/>
      <dgm:spPr/>
      <dgm:t>
        <a:bodyPr/>
        <a:lstStyle/>
        <a:p>
          <a:endParaRPr lang="fr-FR"/>
        </a:p>
      </dgm:t>
    </dgm:pt>
    <dgm:pt modelId="{2EDF90A9-5B1B-4DE2-AE91-FFC5FC9BB377}" type="sibTrans" cxnId="{09A0E6E3-7F99-46EC-B6FF-C6BB7CCE5A32}">
      <dgm:prSet/>
      <dgm:spPr/>
      <dgm:t>
        <a:bodyPr/>
        <a:lstStyle/>
        <a:p>
          <a:endParaRPr lang="fr-FR"/>
        </a:p>
      </dgm:t>
    </dgm:pt>
    <dgm:pt modelId="{F5CBDE6E-6A3F-4E78-9980-383AD1DE92E8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fr-FR" b="1" i="0"/>
            <a:t>Real-time </a:t>
          </a:r>
          <a:r>
            <a:rPr lang="fr-FR" b="1" i="0" err="1"/>
            <a:t>implementation</a:t>
          </a:r>
          <a:endParaRPr lang="fr-FR"/>
        </a:p>
      </dgm:t>
    </dgm:pt>
    <dgm:pt modelId="{42C21DC4-3AB3-4ED2-BE01-79FD2299D4AB}" type="parTrans" cxnId="{8F2CE99E-A41B-40BA-A131-D142DF8AFA3E}">
      <dgm:prSet/>
      <dgm:spPr/>
      <dgm:t>
        <a:bodyPr/>
        <a:lstStyle/>
        <a:p>
          <a:endParaRPr lang="fr-FR"/>
        </a:p>
      </dgm:t>
    </dgm:pt>
    <dgm:pt modelId="{4373F867-8979-4AEE-A513-E13900A7C376}" type="sibTrans" cxnId="{8F2CE99E-A41B-40BA-A131-D142DF8AFA3E}">
      <dgm:prSet/>
      <dgm:spPr/>
      <dgm:t>
        <a:bodyPr/>
        <a:lstStyle/>
        <a:p>
          <a:endParaRPr lang="fr-FR"/>
        </a:p>
      </dgm:t>
    </dgm:pt>
    <dgm:pt modelId="{36E7AA34-E105-43DF-AF1B-5D39A5FE0A1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b="1" i="0" err="1"/>
            <a:t>Capacity</a:t>
          </a:r>
          <a:r>
            <a:rPr lang="fr-FR" b="1" i="0"/>
            <a:t>  / performances magnitude</a:t>
          </a:r>
          <a:endParaRPr lang="fr-FR" b="0" i="0"/>
        </a:p>
      </dgm:t>
    </dgm:pt>
    <dgm:pt modelId="{E30DAF60-26E3-4B01-9F58-7A0E0580DFB9}" type="parTrans" cxnId="{3ED98B28-DB4C-4319-9572-FE13DBB85009}">
      <dgm:prSet/>
      <dgm:spPr/>
      <dgm:t>
        <a:bodyPr/>
        <a:lstStyle/>
        <a:p>
          <a:endParaRPr lang="fr-FR"/>
        </a:p>
      </dgm:t>
    </dgm:pt>
    <dgm:pt modelId="{EC0781EC-DEAC-47E5-B696-8EAC93785526}" type="sibTrans" cxnId="{3ED98B28-DB4C-4319-9572-FE13DBB85009}">
      <dgm:prSet/>
      <dgm:spPr/>
      <dgm:t>
        <a:bodyPr/>
        <a:lstStyle/>
        <a:p>
          <a:endParaRPr lang="fr-FR"/>
        </a:p>
      </dgm:t>
    </dgm:pt>
    <dgm:pt modelId="{40104959-0584-4E16-9ED9-CF9EC21CE2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b="1" i="0"/>
            <a:t>Protocol integration</a:t>
          </a:r>
          <a:endParaRPr lang="fr-FR" b="0" i="0"/>
        </a:p>
      </dgm:t>
    </dgm:pt>
    <dgm:pt modelId="{F93EA5C3-4F9B-4848-9AD3-62B4DB6F010E}" type="parTrans" cxnId="{85EA035A-5E4D-421D-9CE1-7DFF4AE8C780}">
      <dgm:prSet/>
      <dgm:spPr/>
      <dgm:t>
        <a:bodyPr/>
        <a:lstStyle/>
        <a:p>
          <a:endParaRPr lang="fr-FR"/>
        </a:p>
      </dgm:t>
    </dgm:pt>
    <dgm:pt modelId="{08E04B97-E3DD-4317-AF9D-072D22090F34}" type="sibTrans" cxnId="{85EA035A-5E4D-421D-9CE1-7DFF4AE8C780}">
      <dgm:prSet/>
      <dgm:spPr/>
      <dgm:t>
        <a:bodyPr/>
        <a:lstStyle/>
        <a:p>
          <a:endParaRPr lang="fr-FR"/>
        </a:p>
      </dgm:t>
    </dgm:pt>
    <dgm:pt modelId="{0AE373F9-16B2-42CD-B405-82ECCED957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b="1" i="0" err="1"/>
            <a:t>Controlled</a:t>
          </a:r>
          <a:r>
            <a:rPr lang="fr-FR" b="1" i="0"/>
            <a:t> </a:t>
          </a:r>
          <a:r>
            <a:rPr lang="fr-FR" b="1" i="0" err="1"/>
            <a:t>impairments</a:t>
          </a:r>
          <a:endParaRPr lang="fr-FR" b="0" i="0"/>
        </a:p>
      </dgm:t>
    </dgm:pt>
    <dgm:pt modelId="{15F1FD2E-20B8-4137-9C0B-72D71F64BA8A}" type="parTrans" cxnId="{3FAD9282-19EB-46B6-8BA9-352BEE4E63C0}">
      <dgm:prSet/>
      <dgm:spPr/>
      <dgm:t>
        <a:bodyPr/>
        <a:lstStyle/>
        <a:p>
          <a:endParaRPr lang="fr-FR"/>
        </a:p>
      </dgm:t>
    </dgm:pt>
    <dgm:pt modelId="{A849D12D-7889-4645-836A-902D1404897D}" type="sibTrans" cxnId="{3FAD9282-19EB-46B6-8BA9-352BEE4E63C0}">
      <dgm:prSet/>
      <dgm:spPr/>
      <dgm:t>
        <a:bodyPr/>
        <a:lstStyle/>
        <a:p>
          <a:endParaRPr lang="fr-FR"/>
        </a:p>
      </dgm:t>
    </dgm:pt>
    <dgm:pt modelId="{B01768EC-DB3C-4135-AA86-9445287BE8B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b="1" i="0"/>
            <a:t>Real-world conditions</a:t>
          </a:r>
          <a:endParaRPr lang="fr-FR" b="0" i="0"/>
        </a:p>
      </dgm:t>
    </dgm:pt>
    <dgm:pt modelId="{151F06C5-70C8-41E9-8B5C-D61EC097CF65}" type="parTrans" cxnId="{FF00D616-6700-4C0B-8F9D-5D21AF0555BE}">
      <dgm:prSet/>
      <dgm:spPr/>
      <dgm:t>
        <a:bodyPr/>
        <a:lstStyle/>
        <a:p>
          <a:endParaRPr lang="fr-FR"/>
        </a:p>
      </dgm:t>
    </dgm:pt>
    <dgm:pt modelId="{53B3D491-5C37-48CF-92EA-433055CB3DB6}" type="sibTrans" cxnId="{FF00D616-6700-4C0B-8F9D-5D21AF0555BE}">
      <dgm:prSet/>
      <dgm:spPr/>
      <dgm:t>
        <a:bodyPr/>
        <a:lstStyle/>
        <a:p>
          <a:endParaRPr lang="fr-FR"/>
        </a:p>
      </dgm:t>
    </dgm:pt>
    <dgm:pt modelId="{4247A208-20ED-4C9C-A050-D8071A760D3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b="1" i="0"/>
            <a:t>End-to-end validation</a:t>
          </a:r>
          <a:endParaRPr lang="fr-FR" b="0" i="0"/>
        </a:p>
      </dgm:t>
    </dgm:pt>
    <dgm:pt modelId="{CA3D6151-23FA-452B-AF97-B3D26B63DAF2}" type="parTrans" cxnId="{765E1C4B-7031-4225-9791-DFBD03E1C504}">
      <dgm:prSet/>
      <dgm:spPr/>
      <dgm:t>
        <a:bodyPr/>
        <a:lstStyle/>
        <a:p>
          <a:endParaRPr lang="fr-FR"/>
        </a:p>
      </dgm:t>
    </dgm:pt>
    <dgm:pt modelId="{7B04665E-2FCB-4E72-B9E4-47A851EEF563}" type="sibTrans" cxnId="{765E1C4B-7031-4225-9791-DFBD03E1C504}">
      <dgm:prSet/>
      <dgm:spPr/>
      <dgm:t>
        <a:bodyPr/>
        <a:lstStyle/>
        <a:p>
          <a:endParaRPr lang="fr-FR"/>
        </a:p>
      </dgm:t>
    </dgm:pt>
    <dgm:pt modelId="{599EEF2E-65E0-4FDC-93C5-934D0F21FDB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b="1" i="0"/>
            <a:t>Performance </a:t>
          </a:r>
          <a:r>
            <a:rPr lang="fr-FR" b="1" i="0" err="1"/>
            <a:t>assessment</a:t>
          </a:r>
          <a:endParaRPr lang="fr-FR" b="0" i="0"/>
        </a:p>
      </dgm:t>
    </dgm:pt>
    <dgm:pt modelId="{E7C286B3-8916-4184-89B7-58F4261EEA7C}" type="parTrans" cxnId="{76F9F75C-2AAF-4C8F-B6F2-711D1D3198AB}">
      <dgm:prSet/>
      <dgm:spPr/>
      <dgm:t>
        <a:bodyPr/>
        <a:lstStyle/>
        <a:p>
          <a:endParaRPr lang="fr-FR"/>
        </a:p>
      </dgm:t>
    </dgm:pt>
    <dgm:pt modelId="{BA706741-54D6-4A9B-97D6-8B8789DE1A3C}" type="sibTrans" cxnId="{76F9F75C-2AAF-4C8F-B6F2-711D1D3198AB}">
      <dgm:prSet/>
      <dgm:spPr/>
      <dgm:t>
        <a:bodyPr/>
        <a:lstStyle/>
        <a:p>
          <a:endParaRPr lang="fr-FR"/>
        </a:p>
      </dgm:t>
    </dgm:pt>
    <dgm:pt modelId="{B07DEFA5-2CD4-4740-B37C-BD917735DEA9}" type="pres">
      <dgm:prSet presAssocID="{8C780E84-A6DB-4385-987C-A407FFB5724A}" presName="Name0" presStyleCnt="0">
        <dgm:presLayoutVars>
          <dgm:dir/>
          <dgm:animLvl val="lvl"/>
          <dgm:resizeHandles val="exact"/>
        </dgm:presLayoutVars>
      </dgm:prSet>
      <dgm:spPr/>
    </dgm:pt>
    <dgm:pt modelId="{5954A5C7-F0C7-4E58-B1A7-55FBF25CF928}" type="pres">
      <dgm:prSet presAssocID="{8C780E84-A6DB-4385-987C-A407FFB5724A}" presName="tSp" presStyleCnt="0"/>
      <dgm:spPr/>
    </dgm:pt>
    <dgm:pt modelId="{8E9E027E-71A7-4541-BA4E-3F6C2567AE19}" type="pres">
      <dgm:prSet presAssocID="{8C780E84-A6DB-4385-987C-A407FFB5724A}" presName="bSp" presStyleCnt="0"/>
      <dgm:spPr/>
    </dgm:pt>
    <dgm:pt modelId="{5F33EB05-9E92-49D2-9C19-7C258ABD5C48}" type="pres">
      <dgm:prSet presAssocID="{8C780E84-A6DB-4385-987C-A407FFB5724A}" presName="process" presStyleCnt="0"/>
      <dgm:spPr/>
    </dgm:pt>
    <dgm:pt modelId="{02A33ACE-D3BF-490A-BC15-A895A4C1DAD8}" type="pres">
      <dgm:prSet presAssocID="{CF87ED6B-F95A-46C1-A696-EB48D7E5CC94}" presName="composite1" presStyleCnt="0"/>
      <dgm:spPr/>
    </dgm:pt>
    <dgm:pt modelId="{C591D344-95DB-4274-B698-AA2212B5477D}" type="pres">
      <dgm:prSet presAssocID="{CF87ED6B-F95A-46C1-A696-EB48D7E5CC94}" presName="dummyNode1" presStyleLbl="node1" presStyleIdx="0" presStyleCnt="4"/>
      <dgm:spPr/>
    </dgm:pt>
    <dgm:pt modelId="{9CBCFEC1-AD97-4BB5-B7F4-5F650F0A2065}" type="pres">
      <dgm:prSet presAssocID="{CF87ED6B-F95A-46C1-A696-EB48D7E5CC94}" presName="childNode1" presStyleLbl="bgAcc1" presStyleIdx="0" presStyleCnt="4">
        <dgm:presLayoutVars>
          <dgm:bulletEnabled val="1"/>
        </dgm:presLayoutVars>
      </dgm:prSet>
      <dgm:spPr/>
    </dgm:pt>
    <dgm:pt modelId="{5D371273-DD0F-4C3A-A012-B2E8F1BA2E72}" type="pres">
      <dgm:prSet presAssocID="{CF87ED6B-F95A-46C1-A696-EB48D7E5CC94}" presName="childNode1tx" presStyleLbl="bgAcc1" presStyleIdx="0" presStyleCnt="4">
        <dgm:presLayoutVars>
          <dgm:bulletEnabled val="1"/>
        </dgm:presLayoutVars>
      </dgm:prSet>
      <dgm:spPr/>
    </dgm:pt>
    <dgm:pt modelId="{B7D5CC7D-6941-4406-A0FA-6EDFAECF522A}" type="pres">
      <dgm:prSet presAssocID="{CF87ED6B-F95A-46C1-A696-EB48D7E5CC94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CF892612-AE40-4842-A38C-C8C1A110ABA7}" type="pres">
      <dgm:prSet presAssocID="{CF87ED6B-F95A-46C1-A696-EB48D7E5CC94}" presName="connSite1" presStyleCnt="0"/>
      <dgm:spPr/>
    </dgm:pt>
    <dgm:pt modelId="{31A4B949-56AC-4CE5-863E-237BAAFF7D9F}" type="pres">
      <dgm:prSet presAssocID="{E52EC077-573B-4AFD-9AC2-DE4F4790BBE7}" presName="Name9" presStyleLbl="sibTrans2D1" presStyleIdx="0" presStyleCnt="3"/>
      <dgm:spPr/>
    </dgm:pt>
    <dgm:pt modelId="{F5D4F61C-C9AB-428D-BCC9-3C24AA2F1CCC}" type="pres">
      <dgm:prSet presAssocID="{FDA45B92-20FC-4FB0-9C60-2261CBFDB2B1}" presName="composite2" presStyleCnt="0"/>
      <dgm:spPr/>
    </dgm:pt>
    <dgm:pt modelId="{7F9CE9E9-8169-4FC9-B73F-14D0D6666D77}" type="pres">
      <dgm:prSet presAssocID="{FDA45B92-20FC-4FB0-9C60-2261CBFDB2B1}" presName="dummyNode2" presStyleLbl="node1" presStyleIdx="0" presStyleCnt="4"/>
      <dgm:spPr/>
    </dgm:pt>
    <dgm:pt modelId="{5AE32CB4-5811-4DE9-AC2D-B93BDC6E28B3}" type="pres">
      <dgm:prSet presAssocID="{FDA45B92-20FC-4FB0-9C60-2261CBFDB2B1}" presName="childNode2" presStyleLbl="bgAcc1" presStyleIdx="1" presStyleCnt="4">
        <dgm:presLayoutVars>
          <dgm:bulletEnabled val="1"/>
        </dgm:presLayoutVars>
      </dgm:prSet>
      <dgm:spPr/>
    </dgm:pt>
    <dgm:pt modelId="{A60ED9C4-A24D-4F90-A6CD-650C3A85BF1B}" type="pres">
      <dgm:prSet presAssocID="{FDA45B92-20FC-4FB0-9C60-2261CBFDB2B1}" presName="childNode2tx" presStyleLbl="bgAcc1" presStyleIdx="1" presStyleCnt="4">
        <dgm:presLayoutVars>
          <dgm:bulletEnabled val="1"/>
        </dgm:presLayoutVars>
      </dgm:prSet>
      <dgm:spPr/>
    </dgm:pt>
    <dgm:pt modelId="{6F4DAA1C-1786-4CA2-B8F4-DA4716BFB838}" type="pres">
      <dgm:prSet presAssocID="{FDA45B92-20FC-4FB0-9C60-2261CBFDB2B1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642D6265-FAD3-41AB-9BD0-3818593E3DAA}" type="pres">
      <dgm:prSet presAssocID="{FDA45B92-20FC-4FB0-9C60-2261CBFDB2B1}" presName="connSite2" presStyleCnt="0"/>
      <dgm:spPr/>
    </dgm:pt>
    <dgm:pt modelId="{9773C423-4BBD-4D70-BE98-01492D116F35}" type="pres">
      <dgm:prSet presAssocID="{5C95D8AE-1054-4C27-9ECC-3C5373CFCD96}" presName="Name18" presStyleLbl="sibTrans2D1" presStyleIdx="1" presStyleCnt="3"/>
      <dgm:spPr/>
    </dgm:pt>
    <dgm:pt modelId="{DFC2CE24-41FD-45AF-9480-43975CCA3AA1}" type="pres">
      <dgm:prSet presAssocID="{EA24D09E-CEB4-425C-A7F5-A056DFACF38B}" presName="composite1" presStyleCnt="0"/>
      <dgm:spPr/>
    </dgm:pt>
    <dgm:pt modelId="{6D16F322-48AB-44F1-ADD6-A8DDAC8843D8}" type="pres">
      <dgm:prSet presAssocID="{EA24D09E-CEB4-425C-A7F5-A056DFACF38B}" presName="dummyNode1" presStyleLbl="node1" presStyleIdx="1" presStyleCnt="4"/>
      <dgm:spPr/>
    </dgm:pt>
    <dgm:pt modelId="{A8FC617D-A289-42AE-80FE-6D3E7A156C2D}" type="pres">
      <dgm:prSet presAssocID="{EA24D09E-CEB4-425C-A7F5-A056DFACF38B}" presName="childNode1" presStyleLbl="bgAcc1" presStyleIdx="2" presStyleCnt="4" custLinFactNeighborX="-605" custLinFactNeighborY="734">
        <dgm:presLayoutVars>
          <dgm:bulletEnabled val="1"/>
        </dgm:presLayoutVars>
      </dgm:prSet>
      <dgm:spPr/>
    </dgm:pt>
    <dgm:pt modelId="{B7C81DB2-5F69-4FF6-903B-63286D572505}" type="pres">
      <dgm:prSet presAssocID="{EA24D09E-CEB4-425C-A7F5-A056DFACF38B}" presName="childNode1tx" presStyleLbl="bgAcc1" presStyleIdx="2" presStyleCnt="4">
        <dgm:presLayoutVars>
          <dgm:bulletEnabled val="1"/>
        </dgm:presLayoutVars>
      </dgm:prSet>
      <dgm:spPr/>
    </dgm:pt>
    <dgm:pt modelId="{F9E88C64-3788-49FF-A370-16CF0D9B6F14}" type="pres">
      <dgm:prSet presAssocID="{EA24D09E-CEB4-425C-A7F5-A056DFACF38B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140C68AD-5A29-41D5-8DAB-89BB32C3717C}" type="pres">
      <dgm:prSet presAssocID="{EA24D09E-CEB4-425C-A7F5-A056DFACF38B}" presName="connSite1" presStyleCnt="0"/>
      <dgm:spPr/>
    </dgm:pt>
    <dgm:pt modelId="{6AD0AC04-A8A4-47E8-B68D-B77B94E707CB}" type="pres">
      <dgm:prSet presAssocID="{2EDF90A9-5B1B-4DE2-AE91-FFC5FC9BB377}" presName="Name9" presStyleLbl="sibTrans2D1" presStyleIdx="2" presStyleCnt="3"/>
      <dgm:spPr/>
    </dgm:pt>
    <dgm:pt modelId="{6C446B5E-968B-4822-BC8D-7736AD8E8D4F}" type="pres">
      <dgm:prSet presAssocID="{59806A5C-F1E2-40B9-81F8-A3AB1180D44D}" presName="composite2" presStyleCnt="0"/>
      <dgm:spPr/>
    </dgm:pt>
    <dgm:pt modelId="{505BE44E-4D69-4445-B547-54460A87DDFF}" type="pres">
      <dgm:prSet presAssocID="{59806A5C-F1E2-40B9-81F8-A3AB1180D44D}" presName="dummyNode2" presStyleLbl="node1" presStyleIdx="2" presStyleCnt="4"/>
      <dgm:spPr/>
    </dgm:pt>
    <dgm:pt modelId="{8FE37542-814E-4FAD-ACAD-15D5EB03DCF6}" type="pres">
      <dgm:prSet presAssocID="{59806A5C-F1E2-40B9-81F8-A3AB1180D44D}" presName="childNode2" presStyleLbl="bgAcc1" presStyleIdx="3" presStyleCnt="4">
        <dgm:presLayoutVars>
          <dgm:bulletEnabled val="1"/>
        </dgm:presLayoutVars>
      </dgm:prSet>
      <dgm:spPr/>
    </dgm:pt>
    <dgm:pt modelId="{978A4B59-BBBC-4DD7-B3B1-719D8CDA1DA2}" type="pres">
      <dgm:prSet presAssocID="{59806A5C-F1E2-40B9-81F8-A3AB1180D44D}" presName="childNode2tx" presStyleLbl="bgAcc1" presStyleIdx="3" presStyleCnt="4">
        <dgm:presLayoutVars>
          <dgm:bulletEnabled val="1"/>
        </dgm:presLayoutVars>
      </dgm:prSet>
      <dgm:spPr/>
    </dgm:pt>
    <dgm:pt modelId="{47634EF5-6B6D-4941-8D75-A56EAA7B5FAB}" type="pres">
      <dgm:prSet presAssocID="{59806A5C-F1E2-40B9-81F8-A3AB1180D44D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A45D0E61-C92F-49FD-A50C-8817AA6BE797}" type="pres">
      <dgm:prSet presAssocID="{59806A5C-F1E2-40B9-81F8-A3AB1180D44D}" presName="connSite2" presStyleCnt="0"/>
      <dgm:spPr/>
    </dgm:pt>
  </dgm:ptLst>
  <dgm:cxnLst>
    <dgm:cxn modelId="{D0CDF804-E5A1-4ABB-846A-EAB06E64FA8F}" srcId="{CF87ED6B-F95A-46C1-A696-EB48D7E5CC94}" destId="{8A02ACB0-6994-4929-8638-3E33E46BC433}" srcOrd="0" destOrd="0" parTransId="{36A4E4D0-B9B9-43A9-B6A5-3585F72B7CCE}" sibTransId="{615F0AC2-3496-4F93-B28D-2F0414931874}"/>
    <dgm:cxn modelId="{7A444212-5B03-4671-B321-B30E09DE07C9}" srcId="{8C780E84-A6DB-4385-987C-A407FFB5724A}" destId="{CF87ED6B-F95A-46C1-A696-EB48D7E5CC94}" srcOrd="0" destOrd="0" parTransId="{97FA6BD2-DAE0-4615-989B-D136656E7C67}" sibTransId="{E52EC077-573B-4AFD-9AC2-DE4F4790BBE7}"/>
    <dgm:cxn modelId="{FF00D616-6700-4C0B-8F9D-5D21AF0555BE}" srcId="{59806A5C-F1E2-40B9-81F8-A3AB1180D44D}" destId="{B01768EC-DB3C-4135-AA86-9445287BE8B8}" srcOrd="1" destOrd="0" parTransId="{151F06C5-70C8-41E9-8B5C-D61EC097CF65}" sibTransId="{53B3D491-5C37-48CF-92EA-433055CB3DB6}"/>
    <dgm:cxn modelId="{3ED98B28-DB4C-4319-9572-FE13DBB85009}" srcId="{CF87ED6B-F95A-46C1-A696-EB48D7E5CC94}" destId="{36E7AA34-E105-43DF-AF1B-5D39A5FE0A16}" srcOrd="1" destOrd="0" parTransId="{E30DAF60-26E3-4B01-9F58-7A0E0580DFB9}" sibTransId="{EC0781EC-DEAC-47E5-B696-8EAC93785526}"/>
    <dgm:cxn modelId="{0C87BD3E-95C0-4179-98A9-AD597F7317AD}" type="presOf" srcId="{0AE373F9-16B2-42CD-B405-82ECCED9574E}" destId="{A8FC617D-A289-42AE-80FE-6D3E7A156C2D}" srcOrd="0" destOrd="2" presId="urn:microsoft.com/office/officeart/2005/8/layout/hProcess4"/>
    <dgm:cxn modelId="{22690A3F-D1DD-4C20-B1E6-C41CC7F04CBC}" type="presOf" srcId="{CF87ED6B-F95A-46C1-A696-EB48D7E5CC94}" destId="{B7D5CC7D-6941-4406-A0FA-6EDFAECF522A}" srcOrd="0" destOrd="0" presId="urn:microsoft.com/office/officeart/2005/8/layout/hProcess4"/>
    <dgm:cxn modelId="{76F9F75C-2AAF-4C8F-B6F2-711D1D3198AB}" srcId="{FDA45B92-20FC-4FB0-9C60-2261CBFDB2B1}" destId="{599EEF2E-65E0-4FDC-93C5-934D0F21FDBF}" srcOrd="1" destOrd="0" parTransId="{E7C286B3-8916-4184-89B7-58F4261EEA7C}" sibTransId="{BA706741-54D6-4A9B-97D6-8B8789DE1A3C}"/>
    <dgm:cxn modelId="{A8A0C542-5DD8-41A9-B104-7190CABEE534}" srcId="{59806A5C-F1E2-40B9-81F8-A3AB1180D44D}" destId="{A9D6C0F3-6E20-49B5-B078-37652DD866D5}" srcOrd="0" destOrd="0" parTransId="{5903DCFF-B557-4DEE-80E6-833827F9CB7E}" sibTransId="{5877A031-B2A0-4FB6-A607-4C883BAE2A67}"/>
    <dgm:cxn modelId="{889A2167-A7D1-45D0-BBE5-3D362CEC6444}" type="presOf" srcId="{599EEF2E-65E0-4FDC-93C5-934D0F21FDBF}" destId="{A60ED9C4-A24D-4F90-A6CD-650C3A85BF1B}" srcOrd="1" destOrd="1" presId="urn:microsoft.com/office/officeart/2005/8/layout/hProcess4"/>
    <dgm:cxn modelId="{5F106947-A594-44A2-8794-AFA0C4BE034B}" type="presOf" srcId="{8A02ACB0-6994-4929-8638-3E33E46BC433}" destId="{9CBCFEC1-AD97-4BB5-B7F4-5F650F0A2065}" srcOrd="0" destOrd="0" presId="urn:microsoft.com/office/officeart/2005/8/layout/hProcess4"/>
    <dgm:cxn modelId="{0711FC67-CB8A-4BA9-9548-5DA7638808EC}" type="presOf" srcId="{E52EC077-573B-4AFD-9AC2-DE4F4790BBE7}" destId="{31A4B949-56AC-4CE5-863E-237BAAFF7D9F}" srcOrd="0" destOrd="0" presId="urn:microsoft.com/office/officeart/2005/8/layout/hProcess4"/>
    <dgm:cxn modelId="{765E1C4B-7031-4225-9791-DFBD03E1C504}" srcId="{59806A5C-F1E2-40B9-81F8-A3AB1180D44D}" destId="{4247A208-20ED-4C9C-A050-D8071A760D30}" srcOrd="2" destOrd="0" parTransId="{CA3D6151-23FA-452B-AF97-B3D26B63DAF2}" sibTransId="{7B04665E-2FCB-4E72-B9E4-47A851EEF563}"/>
    <dgm:cxn modelId="{1F7FE94D-39A5-4DEA-A4AD-C27D6DA5F893}" type="presOf" srcId="{0AE373F9-16B2-42CD-B405-82ECCED9574E}" destId="{B7C81DB2-5F69-4FF6-903B-63286D572505}" srcOrd="1" destOrd="2" presId="urn:microsoft.com/office/officeart/2005/8/layout/hProcess4"/>
    <dgm:cxn modelId="{8EFF3B6F-AB0A-4E45-B9FE-1649B6A4E48A}" type="presOf" srcId="{4247A208-20ED-4C9C-A050-D8071A760D30}" destId="{8FE37542-814E-4FAD-ACAD-15D5EB03DCF6}" srcOrd="0" destOrd="2" presId="urn:microsoft.com/office/officeart/2005/8/layout/hProcess4"/>
    <dgm:cxn modelId="{77978C70-2CB6-4696-B7D6-C207CC4E5364}" type="presOf" srcId="{5C95D8AE-1054-4C27-9ECC-3C5373CFCD96}" destId="{9773C423-4BBD-4D70-BE98-01492D116F35}" srcOrd="0" destOrd="0" presId="urn:microsoft.com/office/officeart/2005/8/layout/hProcess4"/>
    <dgm:cxn modelId="{A55EAE55-0A4B-4EB1-B926-171D417B02CF}" type="presOf" srcId="{8C780E84-A6DB-4385-987C-A407FFB5724A}" destId="{B07DEFA5-2CD4-4740-B37C-BD917735DEA9}" srcOrd="0" destOrd="0" presId="urn:microsoft.com/office/officeart/2005/8/layout/hProcess4"/>
    <dgm:cxn modelId="{85EA035A-5E4D-421D-9CE1-7DFF4AE8C780}" srcId="{EA24D09E-CEB4-425C-A7F5-A056DFACF38B}" destId="{40104959-0584-4E16-9ED9-CF9EC21CE23A}" srcOrd="1" destOrd="0" parTransId="{F93EA5C3-4F9B-4848-9AD3-62B4DB6F010E}" sibTransId="{08E04B97-E3DD-4317-AF9D-072D22090F34}"/>
    <dgm:cxn modelId="{BC47A77B-C871-4375-8BF3-607CF180B9B6}" type="presOf" srcId="{F5CBDE6E-6A3F-4E78-9980-383AD1DE92E8}" destId="{A8FC617D-A289-42AE-80FE-6D3E7A156C2D}" srcOrd="0" destOrd="0" presId="urn:microsoft.com/office/officeart/2005/8/layout/hProcess4"/>
    <dgm:cxn modelId="{3FAD9282-19EB-46B6-8BA9-352BEE4E63C0}" srcId="{EA24D09E-CEB4-425C-A7F5-A056DFACF38B}" destId="{0AE373F9-16B2-42CD-B405-82ECCED9574E}" srcOrd="2" destOrd="0" parTransId="{15F1FD2E-20B8-4137-9C0B-72D71F64BA8A}" sibTransId="{A849D12D-7889-4645-836A-902D1404897D}"/>
    <dgm:cxn modelId="{72BB2C87-DAAE-4D7D-AD7C-DD12D6F610B6}" type="presOf" srcId="{4247A208-20ED-4C9C-A050-D8071A760D30}" destId="{978A4B59-BBBC-4DD7-B3B1-719D8CDA1DA2}" srcOrd="1" destOrd="2" presId="urn:microsoft.com/office/officeart/2005/8/layout/hProcess4"/>
    <dgm:cxn modelId="{6587E88F-BF5B-4C1C-ADC0-A9F8AD18CAFB}" type="presOf" srcId="{40104959-0584-4E16-9ED9-CF9EC21CE23A}" destId="{A8FC617D-A289-42AE-80FE-6D3E7A156C2D}" srcOrd="0" destOrd="1" presId="urn:microsoft.com/office/officeart/2005/8/layout/hProcess4"/>
    <dgm:cxn modelId="{69956994-100D-4967-90E6-3DA40C1C1361}" type="presOf" srcId="{36E7AA34-E105-43DF-AF1B-5D39A5FE0A16}" destId="{5D371273-DD0F-4C3A-A012-B2E8F1BA2E72}" srcOrd="1" destOrd="1" presId="urn:microsoft.com/office/officeart/2005/8/layout/hProcess4"/>
    <dgm:cxn modelId="{8F2CE99E-A41B-40BA-A131-D142DF8AFA3E}" srcId="{EA24D09E-CEB4-425C-A7F5-A056DFACF38B}" destId="{F5CBDE6E-6A3F-4E78-9980-383AD1DE92E8}" srcOrd="0" destOrd="0" parTransId="{42C21DC4-3AB3-4ED2-BE01-79FD2299D4AB}" sibTransId="{4373F867-8979-4AEE-A513-E13900A7C376}"/>
    <dgm:cxn modelId="{8FE51AA8-0C6E-4BEC-89C7-0424BCA1E0C9}" type="presOf" srcId="{B01768EC-DB3C-4135-AA86-9445287BE8B8}" destId="{978A4B59-BBBC-4DD7-B3B1-719D8CDA1DA2}" srcOrd="1" destOrd="1" presId="urn:microsoft.com/office/officeart/2005/8/layout/hProcess4"/>
    <dgm:cxn modelId="{F25205AA-E6A9-4A95-A231-D52526B51B2A}" type="presOf" srcId="{2EDF90A9-5B1B-4DE2-AE91-FFC5FC9BB377}" destId="{6AD0AC04-A8A4-47E8-B68D-B77B94E707CB}" srcOrd="0" destOrd="0" presId="urn:microsoft.com/office/officeart/2005/8/layout/hProcess4"/>
    <dgm:cxn modelId="{51F6EDB4-62F4-4596-99E6-2B87CF979860}" type="presOf" srcId="{F5CBDE6E-6A3F-4E78-9980-383AD1DE92E8}" destId="{B7C81DB2-5F69-4FF6-903B-63286D572505}" srcOrd="1" destOrd="0" presId="urn:microsoft.com/office/officeart/2005/8/layout/hProcess4"/>
    <dgm:cxn modelId="{37684DB6-2E1A-4D3A-BC34-0CA03BBCC7B4}" type="presOf" srcId="{36E7AA34-E105-43DF-AF1B-5D39A5FE0A16}" destId="{9CBCFEC1-AD97-4BB5-B7F4-5F650F0A2065}" srcOrd="0" destOrd="1" presId="urn:microsoft.com/office/officeart/2005/8/layout/hProcess4"/>
    <dgm:cxn modelId="{697C85B7-231A-4A29-9A8C-1A0A8770E4DB}" srcId="{8C780E84-A6DB-4385-987C-A407FFB5724A}" destId="{59806A5C-F1E2-40B9-81F8-A3AB1180D44D}" srcOrd="3" destOrd="0" parTransId="{3B94D7FA-312A-43F5-B38C-E43AE59A1D7B}" sibTransId="{4683FF4B-765E-460A-AC75-3BA8F30DDAEE}"/>
    <dgm:cxn modelId="{316FE7B9-FEA1-4729-AA0B-C3D779939A95}" type="presOf" srcId="{F603E2C2-E3ED-43B8-83D4-5817BCFD1A9B}" destId="{5AE32CB4-5811-4DE9-AC2D-B93BDC6E28B3}" srcOrd="0" destOrd="0" presId="urn:microsoft.com/office/officeart/2005/8/layout/hProcess4"/>
    <dgm:cxn modelId="{5C7C16BA-06A4-4161-889B-E41A6855430D}" type="presOf" srcId="{59806A5C-F1E2-40B9-81F8-A3AB1180D44D}" destId="{47634EF5-6B6D-4941-8D75-A56EAA7B5FAB}" srcOrd="0" destOrd="0" presId="urn:microsoft.com/office/officeart/2005/8/layout/hProcess4"/>
    <dgm:cxn modelId="{4F99E7BC-39F5-4DA1-A9D7-780905A92495}" type="presOf" srcId="{EA24D09E-CEB4-425C-A7F5-A056DFACF38B}" destId="{F9E88C64-3788-49FF-A370-16CF0D9B6F14}" srcOrd="0" destOrd="0" presId="urn:microsoft.com/office/officeart/2005/8/layout/hProcess4"/>
    <dgm:cxn modelId="{58E233C6-0840-4281-A17F-FFFA74320D0D}" srcId="{8C780E84-A6DB-4385-987C-A407FFB5724A}" destId="{FDA45B92-20FC-4FB0-9C60-2261CBFDB2B1}" srcOrd="1" destOrd="0" parTransId="{91E06F43-0E52-4FC6-9FC0-2C63DEEBF1D5}" sibTransId="{5C95D8AE-1054-4C27-9ECC-3C5373CFCD96}"/>
    <dgm:cxn modelId="{A0CFEFCA-771B-45DB-89D3-6B37F7B09EEB}" type="presOf" srcId="{F603E2C2-E3ED-43B8-83D4-5817BCFD1A9B}" destId="{A60ED9C4-A24D-4F90-A6CD-650C3A85BF1B}" srcOrd="1" destOrd="0" presId="urn:microsoft.com/office/officeart/2005/8/layout/hProcess4"/>
    <dgm:cxn modelId="{12E1D6CD-6FCC-4C20-AD10-1FD323C64BC3}" type="presOf" srcId="{8A02ACB0-6994-4929-8638-3E33E46BC433}" destId="{5D371273-DD0F-4C3A-A012-B2E8F1BA2E72}" srcOrd="1" destOrd="0" presId="urn:microsoft.com/office/officeart/2005/8/layout/hProcess4"/>
    <dgm:cxn modelId="{7D17E4D4-DC30-437F-8A67-93AC8CB81157}" type="presOf" srcId="{A9D6C0F3-6E20-49B5-B078-37652DD866D5}" destId="{8FE37542-814E-4FAD-ACAD-15D5EB03DCF6}" srcOrd="0" destOrd="0" presId="urn:microsoft.com/office/officeart/2005/8/layout/hProcess4"/>
    <dgm:cxn modelId="{78A97DDF-719D-488F-824D-BD55799922EB}" type="presOf" srcId="{B01768EC-DB3C-4135-AA86-9445287BE8B8}" destId="{8FE37542-814E-4FAD-ACAD-15D5EB03DCF6}" srcOrd="0" destOrd="1" presId="urn:microsoft.com/office/officeart/2005/8/layout/hProcess4"/>
    <dgm:cxn modelId="{FFD661E1-6CC7-455C-BAB7-FC74E16E4101}" type="presOf" srcId="{40104959-0584-4E16-9ED9-CF9EC21CE23A}" destId="{B7C81DB2-5F69-4FF6-903B-63286D572505}" srcOrd="1" destOrd="1" presId="urn:microsoft.com/office/officeart/2005/8/layout/hProcess4"/>
    <dgm:cxn modelId="{09A0E6E3-7F99-46EC-B6FF-C6BB7CCE5A32}" srcId="{8C780E84-A6DB-4385-987C-A407FFB5724A}" destId="{EA24D09E-CEB4-425C-A7F5-A056DFACF38B}" srcOrd="2" destOrd="0" parTransId="{0C3B8C2B-C76E-4ACF-918B-3E199D64FC9C}" sibTransId="{2EDF90A9-5B1B-4DE2-AE91-FFC5FC9BB377}"/>
    <dgm:cxn modelId="{86A2C3E7-DBD0-4588-9F96-BF160C43BAFA}" type="presOf" srcId="{FDA45B92-20FC-4FB0-9C60-2261CBFDB2B1}" destId="{6F4DAA1C-1786-4CA2-B8F4-DA4716BFB838}" srcOrd="0" destOrd="0" presId="urn:microsoft.com/office/officeart/2005/8/layout/hProcess4"/>
    <dgm:cxn modelId="{B115D0EB-B540-4AAF-89AA-CFFBC4CF4042}" srcId="{FDA45B92-20FC-4FB0-9C60-2261CBFDB2B1}" destId="{F603E2C2-E3ED-43B8-83D4-5817BCFD1A9B}" srcOrd="0" destOrd="0" parTransId="{16AC095D-0AB0-4101-82C3-14D5E9801F39}" sibTransId="{B94E0AEB-CF86-4332-B3E0-841A694B3846}"/>
    <dgm:cxn modelId="{ABDDB2F4-EAAE-4AC3-8B8B-1F4D20C2C4E2}" type="presOf" srcId="{599EEF2E-65E0-4FDC-93C5-934D0F21FDBF}" destId="{5AE32CB4-5811-4DE9-AC2D-B93BDC6E28B3}" srcOrd="0" destOrd="1" presId="urn:microsoft.com/office/officeart/2005/8/layout/hProcess4"/>
    <dgm:cxn modelId="{1ACC81FF-F2E6-4B4F-AF3B-362518DFD3D6}" type="presOf" srcId="{A9D6C0F3-6E20-49B5-B078-37652DD866D5}" destId="{978A4B59-BBBC-4DD7-B3B1-719D8CDA1DA2}" srcOrd="1" destOrd="0" presId="urn:microsoft.com/office/officeart/2005/8/layout/hProcess4"/>
    <dgm:cxn modelId="{F97E3B50-1677-4B29-B624-21A46F582F11}" type="presParOf" srcId="{B07DEFA5-2CD4-4740-B37C-BD917735DEA9}" destId="{5954A5C7-F0C7-4E58-B1A7-55FBF25CF928}" srcOrd="0" destOrd="0" presId="urn:microsoft.com/office/officeart/2005/8/layout/hProcess4"/>
    <dgm:cxn modelId="{4026C517-894A-456E-8A00-029CE8609723}" type="presParOf" srcId="{B07DEFA5-2CD4-4740-B37C-BD917735DEA9}" destId="{8E9E027E-71A7-4541-BA4E-3F6C2567AE19}" srcOrd="1" destOrd="0" presId="urn:microsoft.com/office/officeart/2005/8/layout/hProcess4"/>
    <dgm:cxn modelId="{1AFF22BC-436B-471A-A58C-2E26A8365B2C}" type="presParOf" srcId="{B07DEFA5-2CD4-4740-B37C-BD917735DEA9}" destId="{5F33EB05-9E92-49D2-9C19-7C258ABD5C48}" srcOrd="2" destOrd="0" presId="urn:microsoft.com/office/officeart/2005/8/layout/hProcess4"/>
    <dgm:cxn modelId="{0246E06E-3262-4A35-B482-815C29313480}" type="presParOf" srcId="{5F33EB05-9E92-49D2-9C19-7C258ABD5C48}" destId="{02A33ACE-D3BF-490A-BC15-A895A4C1DAD8}" srcOrd="0" destOrd="0" presId="urn:microsoft.com/office/officeart/2005/8/layout/hProcess4"/>
    <dgm:cxn modelId="{17074A53-2FAD-4F56-8E89-878E6E3B357F}" type="presParOf" srcId="{02A33ACE-D3BF-490A-BC15-A895A4C1DAD8}" destId="{C591D344-95DB-4274-B698-AA2212B5477D}" srcOrd="0" destOrd="0" presId="urn:microsoft.com/office/officeart/2005/8/layout/hProcess4"/>
    <dgm:cxn modelId="{E17A4345-C415-45F4-A246-B0D6EF2B73C0}" type="presParOf" srcId="{02A33ACE-D3BF-490A-BC15-A895A4C1DAD8}" destId="{9CBCFEC1-AD97-4BB5-B7F4-5F650F0A2065}" srcOrd="1" destOrd="0" presId="urn:microsoft.com/office/officeart/2005/8/layout/hProcess4"/>
    <dgm:cxn modelId="{4C9FE604-F8A0-463C-8C53-0AABEE37B50E}" type="presParOf" srcId="{02A33ACE-D3BF-490A-BC15-A895A4C1DAD8}" destId="{5D371273-DD0F-4C3A-A012-B2E8F1BA2E72}" srcOrd="2" destOrd="0" presId="urn:microsoft.com/office/officeart/2005/8/layout/hProcess4"/>
    <dgm:cxn modelId="{54B20B20-2369-4F58-8FC3-3C834A2FD63B}" type="presParOf" srcId="{02A33ACE-D3BF-490A-BC15-A895A4C1DAD8}" destId="{B7D5CC7D-6941-4406-A0FA-6EDFAECF522A}" srcOrd="3" destOrd="0" presId="urn:microsoft.com/office/officeart/2005/8/layout/hProcess4"/>
    <dgm:cxn modelId="{5F2F501C-22C1-485E-9E6E-82F1C668A7BB}" type="presParOf" srcId="{02A33ACE-D3BF-490A-BC15-A895A4C1DAD8}" destId="{CF892612-AE40-4842-A38C-C8C1A110ABA7}" srcOrd="4" destOrd="0" presId="urn:microsoft.com/office/officeart/2005/8/layout/hProcess4"/>
    <dgm:cxn modelId="{E5A88994-B2F3-46EB-A764-1F0202BB30A7}" type="presParOf" srcId="{5F33EB05-9E92-49D2-9C19-7C258ABD5C48}" destId="{31A4B949-56AC-4CE5-863E-237BAAFF7D9F}" srcOrd="1" destOrd="0" presId="urn:microsoft.com/office/officeart/2005/8/layout/hProcess4"/>
    <dgm:cxn modelId="{7CE3F554-516D-48C6-B3B3-F917CBFE36FB}" type="presParOf" srcId="{5F33EB05-9E92-49D2-9C19-7C258ABD5C48}" destId="{F5D4F61C-C9AB-428D-BCC9-3C24AA2F1CCC}" srcOrd="2" destOrd="0" presId="urn:microsoft.com/office/officeart/2005/8/layout/hProcess4"/>
    <dgm:cxn modelId="{8F416EB3-D2BE-474C-9851-0D104B1F7656}" type="presParOf" srcId="{F5D4F61C-C9AB-428D-BCC9-3C24AA2F1CCC}" destId="{7F9CE9E9-8169-4FC9-B73F-14D0D6666D77}" srcOrd="0" destOrd="0" presId="urn:microsoft.com/office/officeart/2005/8/layout/hProcess4"/>
    <dgm:cxn modelId="{85C19108-ED13-4211-A5DD-94D0A8E9B6B4}" type="presParOf" srcId="{F5D4F61C-C9AB-428D-BCC9-3C24AA2F1CCC}" destId="{5AE32CB4-5811-4DE9-AC2D-B93BDC6E28B3}" srcOrd="1" destOrd="0" presId="urn:microsoft.com/office/officeart/2005/8/layout/hProcess4"/>
    <dgm:cxn modelId="{22B6A7FB-E279-4FA5-902A-DE432712D49F}" type="presParOf" srcId="{F5D4F61C-C9AB-428D-BCC9-3C24AA2F1CCC}" destId="{A60ED9C4-A24D-4F90-A6CD-650C3A85BF1B}" srcOrd="2" destOrd="0" presId="urn:microsoft.com/office/officeart/2005/8/layout/hProcess4"/>
    <dgm:cxn modelId="{9E249A78-A8EE-4B54-A2D2-031404037678}" type="presParOf" srcId="{F5D4F61C-C9AB-428D-BCC9-3C24AA2F1CCC}" destId="{6F4DAA1C-1786-4CA2-B8F4-DA4716BFB838}" srcOrd="3" destOrd="0" presId="urn:microsoft.com/office/officeart/2005/8/layout/hProcess4"/>
    <dgm:cxn modelId="{0F388938-FC50-4C35-87B5-4A9B49E16B39}" type="presParOf" srcId="{F5D4F61C-C9AB-428D-BCC9-3C24AA2F1CCC}" destId="{642D6265-FAD3-41AB-9BD0-3818593E3DAA}" srcOrd="4" destOrd="0" presId="urn:microsoft.com/office/officeart/2005/8/layout/hProcess4"/>
    <dgm:cxn modelId="{473DB4D5-9EF7-478A-98A5-9BDF0E954B8D}" type="presParOf" srcId="{5F33EB05-9E92-49D2-9C19-7C258ABD5C48}" destId="{9773C423-4BBD-4D70-BE98-01492D116F35}" srcOrd="3" destOrd="0" presId="urn:microsoft.com/office/officeart/2005/8/layout/hProcess4"/>
    <dgm:cxn modelId="{379A212E-FFAC-4E85-81C7-27C07BF87F2E}" type="presParOf" srcId="{5F33EB05-9E92-49D2-9C19-7C258ABD5C48}" destId="{DFC2CE24-41FD-45AF-9480-43975CCA3AA1}" srcOrd="4" destOrd="0" presId="urn:microsoft.com/office/officeart/2005/8/layout/hProcess4"/>
    <dgm:cxn modelId="{72987BC0-F4B8-4064-8638-352B2AB69AA8}" type="presParOf" srcId="{DFC2CE24-41FD-45AF-9480-43975CCA3AA1}" destId="{6D16F322-48AB-44F1-ADD6-A8DDAC8843D8}" srcOrd="0" destOrd="0" presId="urn:microsoft.com/office/officeart/2005/8/layout/hProcess4"/>
    <dgm:cxn modelId="{6EBDA346-B5D3-4467-9275-076C8F6C07DE}" type="presParOf" srcId="{DFC2CE24-41FD-45AF-9480-43975CCA3AA1}" destId="{A8FC617D-A289-42AE-80FE-6D3E7A156C2D}" srcOrd="1" destOrd="0" presId="urn:microsoft.com/office/officeart/2005/8/layout/hProcess4"/>
    <dgm:cxn modelId="{800DE9B4-A868-4901-970C-61DED00630C0}" type="presParOf" srcId="{DFC2CE24-41FD-45AF-9480-43975CCA3AA1}" destId="{B7C81DB2-5F69-4FF6-903B-63286D572505}" srcOrd="2" destOrd="0" presId="urn:microsoft.com/office/officeart/2005/8/layout/hProcess4"/>
    <dgm:cxn modelId="{D7F42544-DDBC-473F-BE4B-649EADA5264D}" type="presParOf" srcId="{DFC2CE24-41FD-45AF-9480-43975CCA3AA1}" destId="{F9E88C64-3788-49FF-A370-16CF0D9B6F14}" srcOrd="3" destOrd="0" presId="urn:microsoft.com/office/officeart/2005/8/layout/hProcess4"/>
    <dgm:cxn modelId="{ADDAC194-5E5F-467B-BE31-2DEB08BA6CA0}" type="presParOf" srcId="{DFC2CE24-41FD-45AF-9480-43975CCA3AA1}" destId="{140C68AD-5A29-41D5-8DAB-89BB32C3717C}" srcOrd="4" destOrd="0" presId="urn:microsoft.com/office/officeart/2005/8/layout/hProcess4"/>
    <dgm:cxn modelId="{E22589E5-554A-4F08-AC41-6971B7601247}" type="presParOf" srcId="{5F33EB05-9E92-49D2-9C19-7C258ABD5C48}" destId="{6AD0AC04-A8A4-47E8-B68D-B77B94E707CB}" srcOrd="5" destOrd="0" presId="urn:microsoft.com/office/officeart/2005/8/layout/hProcess4"/>
    <dgm:cxn modelId="{E00D7888-FDFC-4F36-85B3-92BB7D29E9D7}" type="presParOf" srcId="{5F33EB05-9E92-49D2-9C19-7C258ABD5C48}" destId="{6C446B5E-968B-4822-BC8D-7736AD8E8D4F}" srcOrd="6" destOrd="0" presId="urn:microsoft.com/office/officeart/2005/8/layout/hProcess4"/>
    <dgm:cxn modelId="{AD5E51D4-9DEB-4DD0-B0D5-986C2157DB10}" type="presParOf" srcId="{6C446B5E-968B-4822-BC8D-7736AD8E8D4F}" destId="{505BE44E-4D69-4445-B547-54460A87DDFF}" srcOrd="0" destOrd="0" presId="urn:microsoft.com/office/officeart/2005/8/layout/hProcess4"/>
    <dgm:cxn modelId="{FFC49C6C-0374-408A-B757-786807DB3138}" type="presParOf" srcId="{6C446B5E-968B-4822-BC8D-7736AD8E8D4F}" destId="{8FE37542-814E-4FAD-ACAD-15D5EB03DCF6}" srcOrd="1" destOrd="0" presId="urn:microsoft.com/office/officeart/2005/8/layout/hProcess4"/>
    <dgm:cxn modelId="{B82DA19B-F9DC-4068-BBFE-7B5861ABC796}" type="presParOf" srcId="{6C446B5E-968B-4822-BC8D-7736AD8E8D4F}" destId="{978A4B59-BBBC-4DD7-B3B1-719D8CDA1DA2}" srcOrd="2" destOrd="0" presId="urn:microsoft.com/office/officeart/2005/8/layout/hProcess4"/>
    <dgm:cxn modelId="{C1A8B06B-60DC-4158-8C40-139894966AF1}" type="presParOf" srcId="{6C446B5E-968B-4822-BC8D-7736AD8E8D4F}" destId="{47634EF5-6B6D-4941-8D75-A56EAA7B5FAB}" srcOrd="3" destOrd="0" presId="urn:microsoft.com/office/officeart/2005/8/layout/hProcess4"/>
    <dgm:cxn modelId="{97E2EE1B-CF8F-4DFD-AABF-8BFE599E4347}" type="presParOf" srcId="{6C446B5E-968B-4822-BC8D-7736AD8E8D4F}" destId="{A45D0E61-C92F-49FD-A50C-8817AA6BE797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CFEC1-AD97-4BB5-B7F4-5F650F0A2065}">
      <dsp:nvSpPr>
        <dsp:cNvPr id="0" name=""/>
        <dsp:cNvSpPr/>
      </dsp:nvSpPr>
      <dsp:spPr>
        <a:xfrm>
          <a:off x="4529" y="1113420"/>
          <a:ext cx="1425152" cy="117545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100" b="1" i="0" kern="1200"/>
            <a:t>Simple propagation </a:t>
          </a:r>
          <a:r>
            <a:rPr lang="fr-FR" sz="1100" b="1" i="0" kern="1200" err="1"/>
            <a:t>channel</a:t>
          </a:r>
          <a:r>
            <a:rPr lang="fr-FR" sz="1100" b="1" i="0" kern="1200"/>
            <a:t>, Link Budget</a:t>
          </a:r>
          <a:endParaRPr lang="fr-FR" sz="1100" b="1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100" b="1" i="0" kern="1200" err="1"/>
            <a:t>Capacity</a:t>
          </a:r>
          <a:r>
            <a:rPr lang="fr-FR" sz="1100" b="1" i="0" kern="1200"/>
            <a:t>  / performances magnitude</a:t>
          </a:r>
          <a:endParaRPr lang="fr-FR" sz="1100" b="0" i="0" kern="1200"/>
        </a:p>
      </dsp:txBody>
      <dsp:txXfrm>
        <a:off x="31579" y="1140470"/>
        <a:ext cx="1371052" cy="869470"/>
      </dsp:txXfrm>
    </dsp:sp>
    <dsp:sp modelId="{31A4B949-56AC-4CE5-863E-237BAAFF7D9F}">
      <dsp:nvSpPr>
        <dsp:cNvPr id="0" name=""/>
        <dsp:cNvSpPr/>
      </dsp:nvSpPr>
      <dsp:spPr>
        <a:xfrm>
          <a:off x="801197" y="1378180"/>
          <a:ext cx="1594128" cy="1594128"/>
        </a:xfrm>
        <a:prstGeom prst="leftCircularArrow">
          <a:avLst>
            <a:gd name="adj1" fmla="val 3294"/>
            <a:gd name="adj2" fmla="val 406738"/>
            <a:gd name="adj3" fmla="val 2182249"/>
            <a:gd name="adj4" fmla="val 9024489"/>
            <a:gd name="adj5" fmla="val 3843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5CC7D-6941-4406-A0FA-6EDFAECF522A}">
      <dsp:nvSpPr>
        <dsp:cNvPr id="0" name=""/>
        <dsp:cNvSpPr/>
      </dsp:nvSpPr>
      <dsp:spPr>
        <a:xfrm>
          <a:off x="321230" y="2036991"/>
          <a:ext cx="1266802" cy="5037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Math</a:t>
          </a:r>
        </a:p>
      </dsp:txBody>
      <dsp:txXfrm>
        <a:off x="335985" y="2051746"/>
        <a:ext cx="1237292" cy="474255"/>
      </dsp:txXfrm>
    </dsp:sp>
    <dsp:sp modelId="{5AE32CB4-5811-4DE9-AC2D-B93BDC6E28B3}">
      <dsp:nvSpPr>
        <dsp:cNvPr id="0" name=""/>
        <dsp:cNvSpPr/>
      </dsp:nvSpPr>
      <dsp:spPr>
        <a:xfrm>
          <a:off x="1838098" y="1113420"/>
          <a:ext cx="1425152" cy="117545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100" b="1" i="0" kern="1200" err="1"/>
            <a:t>Implement</a:t>
          </a:r>
          <a:r>
            <a:rPr lang="fr-FR" sz="1100" b="1" i="0" kern="1200"/>
            <a:t> communication </a:t>
          </a:r>
          <a:r>
            <a:rPr lang="fr-FR" sz="1100" b="1" i="0" kern="1200" err="1"/>
            <a:t>principles</a:t>
          </a:r>
          <a:endParaRPr lang="fr-FR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100" b="1" i="0" kern="1200"/>
            <a:t>Performance </a:t>
          </a:r>
          <a:r>
            <a:rPr lang="fr-FR" sz="1100" b="1" i="0" kern="1200" err="1"/>
            <a:t>assessment</a:t>
          </a:r>
          <a:endParaRPr lang="fr-FR" sz="1100" b="0" i="0" kern="1200"/>
        </a:p>
      </dsp:txBody>
      <dsp:txXfrm>
        <a:off x="1865148" y="1392353"/>
        <a:ext cx="1371052" cy="869470"/>
      </dsp:txXfrm>
    </dsp:sp>
    <dsp:sp modelId="{9773C423-4BBD-4D70-BE98-01492D116F35}">
      <dsp:nvSpPr>
        <dsp:cNvPr id="0" name=""/>
        <dsp:cNvSpPr/>
      </dsp:nvSpPr>
      <dsp:spPr>
        <a:xfrm>
          <a:off x="2621071" y="390705"/>
          <a:ext cx="1766345" cy="1766345"/>
        </a:xfrm>
        <a:prstGeom prst="circularArrow">
          <a:avLst>
            <a:gd name="adj1" fmla="val 2973"/>
            <a:gd name="adj2" fmla="val 364309"/>
            <a:gd name="adj3" fmla="val 19480821"/>
            <a:gd name="adj4" fmla="val 12596151"/>
            <a:gd name="adj5" fmla="val 3469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DAA1C-1786-4CA2-B8F4-DA4716BFB838}">
      <dsp:nvSpPr>
        <dsp:cNvPr id="0" name=""/>
        <dsp:cNvSpPr/>
      </dsp:nvSpPr>
      <dsp:spPr>
        <a:xfrm>
          <a:off x="2154799" y="861538"/>
          <a:ext cx="1266802" cy="5037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Simulation</a:t>
          </a:r>
        </a:p>
      </dsp:txBody>
      <dsp:txXfrm>
        <a:off x="2169554" y="876293"/>
        <a:ext cx="1237292" cy="474255"/>
      </dsp:txXfrm>
    </dsp:sp>
    <dsp:sp modelId="{A8FC617D-A289-42AE-80FE-6D3E7A156C2D}">
      <dsp:nvSpPr>
        <dsp:cNvPr id="0" name=""/>
        <dsp:cNvSpPr/>
      </dsp:nvSpPr>
      <dsp:spPr>
        <a:xfrm>
          <a:off x="3663045" y="1122048"/>
          <a:ext cx="1425152" cy="117545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fr-FR" sz="1100" b="1" i="0" kern="1200"/>
            <a:t>Real-time </a:t>
          </a:r>
          <a:r>
            <a:rPr lang="fr-FR" sz="1100" b="1" i="0" kern="1200" err="1"/>
            <a:t>implementation</a:t>
          </a:r>
          <a:endParaRPr lang="fr-FR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100" b="1" i="0" kern="1200"/>
            <a:t>Protocol integration</a:t>
          </a:r>
          <a:endParaRPr lang="fr-FR" sz="1100" b="0" i="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100" b="1" i="0" kern="1200" err="1"/>
            <a:t>Controlled</a:t>
          </a:r>
          <a:r>
            <a:rPr lang="fr-FR" sz="1100" b="1" i="0" kern="1200"/>
            <a:t> </a:t>
          </a:r>
          <a:r>
            <a:rPr lang="fr-FR" sz="1100" b="1" i="0" kern="1200" err="1"/>
            <a:t>impairments</a:t>
          </a:r>
          <a:endParaRPr lang="fr-FR" sz="1100" b="0" i="0" kern="1200"/>
        </a:p>
      </dsp:txBody>
      <dsp:txXfrm>
        <a:off x="3690095" y="1149098"/>
        <a:ext cx="1371052" cy="869470"/>
      </dsp:txXfrm>
    </dsp:sp>
    <dsp:sp modelId="{6AD0AC04-A8A4-47E8-B68D-B77B94E707CB}">
      <dsp:nvSpPr>
        <dsp:cNvPr id="0" name=""/>
        <dsp:cNvSpPr/>
      </dsp:nvSpPr>
      <dsp:spPr>
        <a:xfrm>
          <a:off x="4468334" y="1378180"/>
          <a:ext cx="1594128" cy="1594128"/>
        </a:xfrm>
        <a:prstGeom prst="leftCircularArrow">
          <a:avLst>
            <a:gd name="adj1" fmla="val 3294"/>
            <a:gd name="adj2" fmla="val 406738"/>
            <a:gd name="adj3" fmla="val 2182249"/>
            <a:gd name="adj4" fmla="val 9024489"/>
            <a:gd name="adj5" fmla="val 3843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88C64-3788-49FF-A370-16CF0D9B6F14}">
      <dsp:nvSpPr>
        <dsp:cNvPr id="0" name=""/>
        <dsp:cNvSpPr/>
      </dsp:nvSpPr>
      <dsp:spPr>
        <a:xfrm>
          <a:off x="3988367" y="2036991"/>
          <a:ext cx="1266802" cy="5037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Emulation</a:t>
          </a:r>
        </a:p>
      </dsp:txBody>
      <dsp:txXfrm>
        <a:off x="4003122" y="2051746"/>
        <a:ext cx="1237292" cy="474255"/>
      </dsp:txXfrm>
    </dsp:sp>
    <dsp:sp modelId="{8FE37542-814E-4FAD-ACAD-15D5EB03DCF6}">
      <dsp:nvSpPr>
        <dsp:cNvPr id="0" name=""/>
        <dsp:cNvSpPr/>
      </dsp:nvSpPr>
      <dsp:spPr>
        <a:xfrm>
          <a:off x="5505235" y="1113420"/>
          <a:ext cx="1425152" cy="117545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b="1" i="0" kern="1200"/>
            <a:t>Hardware limitations</a:t>
          </a:r>
          <a:endParaRPr lang="fr-FR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100" b="1" i="0" kern="1200"/>
            <a:t>Real-world conditions</a:t>
          </a:r>
          <a:endParaRPr lang="fr-FR" sz="1100" b="0" i="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100" b="1" i="0" kern="1200"/>
            <a:t>End-to-end validation</a:t>
          </a:r>
          <a:endParaRPr lang="fr-FR" sz="1100" b="0" i="0" kern="1200"/>
        </a:p>
      </dsp:txBody>
      <dsp:txXfrm>
        <a:off x="5532285" y="1392353"/>
        <a:ext cx="1371052" cy="869470"/>
      </dsp:txXfrm>
    </dsp:sp>
    <dsp:sp modelId="{47634EF5-6B6D-4941-8D75-A56EAA7B5FAB}">
      <dsp:nvSpPr>
        <dsp:cNvPr id="0" name=""/>
        <dsp:cNvSpPr/>
      </dsp:nvSpPr>
      <dsp:spPr>
        <a:xfrm>
          <a:off x="5821936" y="861538"/>
          <a:ext cx="1266802" cy="5037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err="1"/>
            <a:t>Exp</a:t>
          </a:r>
          <a:endParaRPr lang="fr-FR" sz="2100" kern="1200"/>
        </a:p>
      </dsp:txBody>
      <dsp:txXfrm>
        <a:off x="5836691" y="876293"/>
        <a:ext cx="1237292" cy="474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F73D7-0E62-48D2-9511-F20F3B386398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87BC7-6EA8-413B-B49B-9E4E1D0CE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039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b="1" dirty="0" err="1"/>
              <a:t>Opening</a:t>
            </a:r>
            <a:r>
              <a:rPr lang="fr-FR" b="1" dirty="0"/>
              <a:t> (0:00–0:20)</a:t>
            </a:r>
          </a:p>
          <a:p>
            <a:pPr rtl="0"/>
            <a:r>
              <a:rPr lang="fr-FR" dirty="0"/>
              <a:t>“</a:t>
            </a:r>
            <a:r>
              <a:rPr lang="fr-FR" dirty="0" err="1"/>
              <a:t>I’m</a:t>
            </a:r>
            <a:r>
              <a:rPr lang="fr-FR" dirty="0"/>
              <a:t> Oussama Lachgar, a PhD </a:t>
            </a:r>
            <a:r>
              <a:rPr lang="fr-FR" dirty="0" err="1"/>
              <a:t>student</a:t>
            </a:r>
            <a:r>
              <a:rPr lang="fr-FR" dirty="0"/>
              <a:t> </a:t>
            </a:r>
            <a:r>
              <a:rPr lang="fr-FR" dirty="0" err="1"/>
              <a:t>working</a:t>
            </a:r>
            <a:r>
              <a:rPr lang="fr-FR" dirty="0"/>
              <a:t> </a:t>
            </a:r>
            <a:r>
              <a:rPr lang="fr-FR" dirty="0" err="1"/>
              <a:t>jointly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IRIT </a:t>
            </a:r>
            <a:r>
              <a:rPr lang="fr-FR" dirty="0" err="1"/>
              <a:t>Lab</a:t>
            </a:r>
            <a:r>
              <a:rPr lang="fr-FR" dirty="0"/>
              <a:t> and </a:t>
            </a:r>
            <a:r>
              <a:rPr lang="fr-FR" b="1" dirty="0" err="1"/>
              <a:t>Kinéis</a:t>
            </a:r>
            <a:r>
              <a:rPr lang="fr-FR" b="1" dirty="0"/>
              <a:t> </a:t>
            </a:r>
            <a:r>
              <a:rPr lang="fr-FR" b="1" dirty="0" err="1"/>
              <a:t>specifecally</a:t>
            </a:r>
            <a:r>
              <a:rPr lang="fr-FR" b="1" dirty="0"/>
              <a:t> </a:t>
            </a:r>
            <a:r>
              <a:rPr lang="fr-FR" b="1" dirty="0" err="1"/>
              <a:t>within</a:t>
            </a:r>
            <a:r>
              <a:rPr lang="fr-FR" b="1" dirty="0"/>
              <a:t> R&amp;D team</a:t>
            </a:r>
            <a:r>
              <a:rPr lang="fr-FR" dirty="0"/>
              <a:t>. </a:t>
            </a:r>
            <a:r>
              <a:rPr lang="fr-FR" dirty="0" err="1"/>
              <a:t>I’m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 to </a:t>
            </a:r>
            <a:r>
              <a:rPr lang="fr-FR" dirty="0" err="1"/>
              <a:t>present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research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on NTN NB-IoT.</a:t>
            </a:r>
          </a:p>
          <a:p>
            <a:pPr rtl="0"/>
            <a:endParaRPr lang="fr-FR" dirty="0"/>
          </a:p>
          <a:p>
            <a:pPr rtl="0"/>
            <a:r>
              <a:rPr lang="fr-FR" dirty="0" err="1"/>
              <a:t>Nowadays</a:t>
            </a:r>
            <a:r>
              <a:rPr lang="fr-FR" dirty="0"/>
              <a:t>, NB-IoT over satellite </a:t>
            </a:r>
            <a:r>
              <a:rPr lang="fr-FR" dirty="0" err="1"/>
              <a:t>is</a:t>
            </a:r>
            <a:r>
              <a:rPr lang="fr-FR" dirty="0"/>
              <a:t> a reality: </a:t>
            </a:r>
            <a:r>
              <a:rPr lang="fr-FR" dirty="0" err="1"/>
              <a:t>tiny</a:t>
            </a:r>
            <a:r>
              <a:rPr lang="fr-FR" dirty="0"/>
              <a:t> </a:t>
            </a:r>
            <a:r>
              <a:rPr lang="fr-FR" dirty="0" err="1"/>
              <a:t>devices</a:t>
            </a:r>
            <a:r>
              <a:rPr lang="fr-FR" dirty="0"/>
              <a:t> </a:t>
            </a:r>
            <a:r>
              <a:rPr lang="fr-FR" dirty="0" err="1"/>
              <a:t>reach</a:t>
            </a:r>
            <a:r>
              <a:rPr lang="fr-FR" dirty="0"/>
              <a:t> a GEO satellite at </a:t>
            </a:r>
            <a:r>
              <a:rPr lang="fr-FR" dirty="0" err="1"/>
              <a:t>thousands</a:t>
            </a:r>
            <a:r>
              <a:rPr lang="fr-FR" dirty="0"/>
              <a:t> of </a:t>
            </a:r>
            <a:r>
              <a:rPr lang="fr-FR" dirty="0" err="1"/>
              <a:t>kilometres</a:t>
            </a:r>
            <a:r>
              <a:rPr lang="fr-FR" dirty="0"/>
              <a:t> </a:t>
            </a:r>
            <a:r>
              <a:rPr lang="fr-FR" dirty="0" err="1"/>
              <a:t>away</a:t>
            </a:r>
            <a:r>
              <a:rPr lang="fr-FR" dirty="0"/>
              <a:t>.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thesis</a:t>
            </a:r>
            <a:r>
              <a:rPr lang="fr-FR" dirty="0"/>
              <a:t> </a:t>
            </a:r>
            <a:r>
              <a:rPr lang="fr-FR" dirty="0" err="1"/>
              <a:t>asks</a:t>
            </a:r>
            <a:r>
              <a:rPr lang="fr-FR" dirty="0"/>
              <a:t> the </a:t>
            </a:r>
            <a:r>
              <a:rPr lang="fr-FR" dirty="0" err="1"/>
              <a:t>next</a:t>
            </a:r>
            <a:r>
              <a:rPr lang="fr-FR" dirty="0"/>
              <a:t> question: </a:t>
            </a:r>
            <a:r>
              <a:rPr lang="fr-FR" b="1" dirty="0"/>
              <a:t>how good </a:t>
            </a:r>
            <a:r>
              <a:rPr lang="fr-FR" b="1" dirty="0" err="1"/>
              <a:t>does</a:t>
            </a:r>
            <a:r>
              <a:rPr lang="fr-FR" b="1" dirty="0"/>
              <a:t> </a:t>
            </a:r>
            <a:r>
              <a:rPr lang="fr-FR" b="1" dirty="0" err="1"/>
              <a:t>it</a:t>
            </a:r>
            <a:r>
              <a:rPr lang="fr-FR" b="1" dirty="0"/>
              <a:t> </a:t>
            </a:r>
            <a:r>
              <a:rPr lang="fr-FR" b="1" dirty="0" err="1"/>
              <a:t>work</a:t>
            </a:r>
            <a:r>
              <a:rPr lang="fr-FR" b="1" dirty="0"/>
              <a:t>, and how do </a:t>
            </a:r>
            <a:r>
              <a:rPr lang="fr-FR" b="1" dirty="0" err="1"/>
              <a:t>we</a:t>
            </a:r>
            <a:r>
              <a:rPr lang="fr-FR" b="1" dirty="0"/>
              <a:t> </a:t>
            </a:r>
            <a:r>
              <a:rPr lang="fr-FR" b="1" dirty="0" err="1"/>
              <a:t>make</a:t>
            </a:r>
            <a:r>
              <a:rPr lang="fr-FR" b="1" dirty="0"/>
              <a:t> </a:t>
            </a:r>
            <a:r>
              <a:rPr lang="fr-FR" b="1" dirty="0" err="1"/>
              <a:t>it</a:t>
            </a:r>
            <a:r>
              <a:rPr lang="fr-FR" b="1" dirty="0"/>
              <a:t> </a:t>
            </a:r>
            <a:r>
              <a:rPr lang="fr-FR" b="1" dirty="0" err="1"/>
              <a:t>work</a:t>
            </a:r>
            <a:r>
              <a:rPr lang="fr-FR" b="1" dirty="0"/>
              <a:t> </a:t>
            </a:r>
            <a:r>
              <a:rPr lang="fr-FR" b="1" dirty="0" err="1"/>
              <a:t>better</a:t>
            </a:r>
            <a:r>
              <a:rPr lang="fr-FR" b="1" dirty="0"/>
              <a:t>?</a:t>
            </a:r>
            <a:r>
              <a:rPr lang="fr-FR" dirty="0"/>
              <a:t> </a:t>
            </a:r>
            <a:r>
              <a:rPr lang="fr-FR" dirty="0" err="1"/>
              <a:t>I’ll</a:t>
            </a:r>
            <a:r>
              <a:rPr lang="fr-FR" dirty="0"/>
              <a:t> </a:t>
            </a:r>
            <a:r>
              <a:rPr lang="fr-FR" dirty="0" err="1"/>
              <a:t>answer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in </a:t>
            </a:r>
            <a:r>
              <a:rPr lang="fr-FR" dirty="0" err="1"/>
              <a:t>three</a:t>
            </a:r>
            <a:r>
              <a:rPr lang="fr-FR" dirty="0"/>
              <a:t> </a:t>
            </a:r>
            <a:r>
              <a:rPr lang="fr-FR" dirty="0" err="1"/>
              <a:t>steps</a:t>
            </a:r>
            <a:r>
              <a:rPr lang="fr-FR" dirty="0"/>
              <a:t>: </a:t>
            </a:r>
            <a:r>
              <a:rPr lang="fr-FR" b="1" dirty="0" err="1"/>
              <a:t>measure</a:t>
            </a:r>
            <a:r>
              <a:rPr lang="fr-FR" b="1" dirty="0"/>
              <a:t>, optimise, </a:t>
            </a:r>
            <a:r>
              <a:rPr lang="fr-FR" b="1" dirty="0" err="1"/>
              <a:t>scale</a:t>
            </a:r>
            <a:r>
              <a:rPr lang="fr-FR" dirty="0"/>
              <a:t>.”</a:t>
            </a:r>
          </a:p>
          <a:p>
            <a:endParaRPr lang="fr-FR" dirty="0"/>
          </a:p>
          <a:p>
            <a:pPr rtl="0"/>
            <a:r>
              <a:rPr lang="fr-FR" b="1" dirty="0"/>
              <a:t>Slide 1: IWCMC, </a:t>
            </a:r>
            <a:r>
              <a:rPr lang="fr-FR" b="1" i="1" dirty="0" err="1"/>
              <a:t>Measure</a:t>
            </a:r>
            <a:r>
              <a:rPr lang="fr-FR" b="1" dirty="0"/>
              <a:t> (0:20–1:50)</a:t>
            </a:r>
          </a:p>
          <a:p>
            <a:pPr rtl="0"/>
            <a:r>
              <a:rPr lang="fr-FR" dirty="0"/>
              <a:t>“First,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needed</a:t>
            </a:r>
            <a:r>
              <a:rPr lang="fr-FR" dirty="0"/>
              <a:t> real </a:t>
            </a:r>
            <a:r>
              <a:rPr lang="fr-FR" dirty="0" err="1"/>
              <a:t>numbers</a:t>
            </a:r>
            <a:r>
              <a:rPr lang="fr-FR" dirty="0"/>
              <a:t>. So,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built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setupsin</a:t>
            </a:r>
            <a:r>
              <a:rPr lang="fr-FR" dirty="0"/>
              <a:t> </a:t>
            </a:r>
            <a:r>
              <a:rPr lang="fr-FR" dirty="0" err="1"/>
              <a:t>order</a:t>
            </a:r>
            <a:r>
              <a:rPr lang="fr-FR" dirty="0"/>
              <a:t> to </a:t>
            </a:r>
            <a:r>
              <a:rPr lang="fr-FR" dirty="0" err="1"/>
              <a:t>measure</a:t>
            </a:r>
            <a:r>
              <a:rPr lang="fr-FR" dirty="0"/>
              <a:t> real performance. </a:t>
            </a:r>
          </a:p>
          <a:p>
            <a:pPr rtl="0"/>
            <a:endParaRPr lang="fr-FR" dirty="0"/>
          </a:p>
          <a:p>
            <a:pPr rtl="0"/>
            <a:r>
              <a:rPr lang="fr-FR" b="1" dirty="0"/>
              <a:t>On the </a:t>
            </a:r>
            <a:r>
              <a:rPr lang="fr-FR" b="1" dirty="0" err="1"/>
              <a:t>upper</a:t>
            </a:r>
            <a:r>
              <a:rPr lang="fr-FR" b="1" dirty="0"/>
              <a:t> </a:t>
            </a:r>
            <a:r>
              <a:rPr lang="fr-FR" b="1" dirty="0" err="1"/>
              <a:t>left</a:t>
            </a:r>
            <a:r>
              <a:rPr lang="fr-FR" dirty="0"/>
              <a:t> the </a:t>
            </a:r>
            <a:r>
              <a:rPr lang="fr-FR" dirty="0" err="1"/>
              <a:t>testbed</a:t>
            </a:r>
            <a:r>
              <a:rPr lang="fr-FR" dirty="0"/>
              <a:t> at </a:t>
            </a:r>
            <a:r>
              <a:rPr lang="fr-FR" dirty="0" err="1"/>
              <a:t>kineis</a:t>
            </a:r>
            <a:r>
              <a:rPr lang="fr-FR" dirty="0"/>
              <a:t> </a:t>
            </a:r>
            <a:r>
              <a:rPr lang="fr-FR" dirty="0" err="1"/>
              <a:t>lab</a:t>
            </a:r>
            <a:r>
              <a:rPr lang="fr-FR" dirty="0"/>
              <a:t>: a commercial NB NTN module </a:t>
            </a:r>
            <a:r>
              <a:rPr lang="fr-FR" dirty="0" err="1"/>
              <a:t>connected</a:t>
            </a:r>
            <a:r>
              <a:rPr lang="fr-FR" dirty="0"/>
              <a:t> </a:t>
            </a:r>
            <a:r>
              <a:rPr lang="fr-FR" dirty="0" err="1"/>
              <a:t>Amarisoft</a:t>
            </a:r>
            <a:r>
              <a:rPr lang="fr-FR" dirty="0"/>
              <a:t> </a:t>
            </a:r>
            <a:r>
              <a:rPr lang="fr-FR" dirty="0" err="1"/>
              <a:t>eNB</a:t>
            </a:r>
            <a:r>
              <a:rPr lang="fr-FR" dirty="0"/>
              <a:t> and </a:t>
            </a:r>
            <a:r>
              <a:rPr lang="fr-FR" dirty="0" err="1"/>
              <a:t>core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GEO </a:t>
            </a:r>
            <a:r>
              <a:rPr lang="fr-FR" dirty="0" err="1"/>
              <a:t>delay</a:t>
            </a:r>
            <a:r>
              <a:rPr lang="fr-FR" dirty="0"/>
              <a:t> </a:t>
            </a:r>
            <a:r>
              <a:rPr lang="fr-FR" dirty="0" err="1"/>
              <a:t>emulation</a:t>
            </a:r>
            <a:r>
              <a:rPr lang="fr-FR" dirty="0"/>
              <a:t>,. </a:t>
            </a:r>
          </a:p>
          <a:p>
            <a:pPr rtl="0"/>
            <a:r>
              <a:rPr lang="fr-FR" b="1" dirty="0"/>
              <a:t>Below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real </a:t>
            </a:r>
            <a:r>
              <a:rPr lang="fr-FR" dirty="0" err="1"/>
              <a:t>orbit</a:t>
            </a:r>
            <a:r>
              <a:rPr lang="fr-FR" dirty="0"/>
              <a:t> setup: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netowrk</a:t>
            </a:r>
            <a:r>
              <a:rPr lang="fr-FR" dirty="0"/>
              <a:t> components but </a:t>
            </a:r>
            <a:r>
              <a:rPr lang="fr-FR" dirty="0" err="1"/>
              <a:t>this</a:t>
            </a:r>
            <a:r>
              <a:rPr lang="fr-FR" dirty="0"/>
              <a:t> time, a real satellite and </a:t>
            </a:r>
            <a:r>
              <a:rPr lang="fr-FR" dirty="0" err="1"/>
              <a:t>ground</a:t>
            </a:r>
            <a:r>
              <a:rPr lang="fr-FR" dirty="0"/>
              <a:t> station are </a:t>
            </a:r>
            <a:r>
              <a:rPr lang="fr-FR" dirty="0" err="1"/>
              <a:t>between</a:t>
            </a:r>
            <a:r>
              <a:rPr lang="fr-FR" dirty="0"/>
              <a:t> the </a:t>
            </a:r>
            <a:r>
              <a:rPr lang="fr-FR" dirty="0" err="1"/>
              <a:t>iot</a:t>
            </a:r>
            <a:r>
              <a:rPr lang="fr-FR" dirty="0"/>
              <a:t> </a:t>
            </a:r>
            <a:r>
              <a:rPr lang="fr-FR" dirty="0" err="1"/>
              <a:t>device</a:t>
            </a:r>
            <a:r>
              <a:rPr lang="fr-FR" dirty="0"/>
              <a:t> and </a:t>
            </a:r>
            <a:r>
              <a:rPr lang="fr-FR" dirty="0" err="1"/>
              <a:t>eNB</a:t>
            </a:r>
            <a:r>
              <a:rPr lang="fr-FR" dirty="0"/>
              <a:t>.</a:t>
            </a:r>
          </a:p>
          <a:p>
            <a:pPr rtl="0"/>
            <a:endParaRPr lang="fr-FR" dirty="0"/>
          </a:p>
          <a:p>
            <a:pPr rtl="0"/>
            <a:r>
              <a:rPr lang="fr-FR" b="1" dirty="0"/>
              <a:t>The table in the right shows the </a:t>
            </a:r>
            <a:r>
              <a:rPr lang="fr-FR" b="1" dirty="0" err="1"/>
              <a:t>uplink</a:t>
            </a:r>
            <a:r>
              <a:rPr lang="fr-FR" b="1" dirty="0"/>
              <a:t> service </a:t>
            </a:r>
            <a:r>
              <a:rPr lang="fr-FR" b="1" dirty="0" err="1"/>
              <a:t>latency</a:t>
            </a:r>
            <a:r>
              <a:rPr lang="fr-FR" b="1" dirty="0"/>
              <a:t> for </a:t>
            </a:r>
            <a:r>
              <a:rPr lang="fr-FR" b="1" dirty="0" err="1"/>
              <a:t>both</a:t>
            </a:r>
            <a:r>
              <a:rPr lang="fr-FR" b="1" dirty="0"/>
              <a:t> set </a:t>
            </a:r>
            <a:r>
              <a:rPr lang="fr-FR" b="1" dirty="0" err="1"/>
              <a:t>ups</a:t>
            </a:r>
            <a:r>
              <a:rPr lang="fr-FR" dirty="0"/>
              <a:t>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measured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for </a:t>
            </a:r>
            <a:r>
              <a:rPr lang="fr-FR" dirty="0" err="1"/>
              <a:t>three</a:t>
            </a:r>
            <a:r>
              <a:rPr lang="fr-FR" dirty="0"/>
              <a:t> </a:t>
            </a:r>
            <a:r>
              <a:rPr lang="fr-FR" dirty="0" err="1"/>
              <a:t>payload</a:t>
            </a:r>
            <a:r>
              <a:rPr lang="fr-FR" dirty="0"/>
              <a:t> sizes and four </a:t>
            </a:r>
            <a:r>
              <a:rPr lang="fr-FR" dirty="0" err="1"/>
              <a:t>link</a:t>
            </a:r>
            <a:r>
              <a:rPr lang="fr-FR" dirty="0"/>
              <a:t> configurations. </a:t>
            </a:r>
            <a:r>
              <a:rPr lang="fr-FR" b="1" dirty="0"/>
              <a:t>The table </a:t>
            </a:r>
            <a:r>
              <a:rPr lang="fr-FR" b="1" dirty="0" err="1"/>
              <a:t>reveals</a:t>
            </a:r>
            <a:r>
              <a:rPr lang="fr-FR" b="1" dirty="0"/>
              <a:t> an </a:t>
            </a:r>
            <a:r>
              <a:rPr lang="fr-FR" b="1" dirty="0" err="1"/>
              <a:t>interesting</a:t>
            </a:r>
            <a:r>
              <a:rPr lang="fr-FR" b="1" dirty="0"/>
              <a:t> point:</a:t>
            </a:r>
            <a:r>
              <a:rPr lang="fr-FR" dirty="0"/>
              <a:t> </a:t>
            </a:r>
            <a:r>
              <a:rPr lang="fr-FR" dirty="0" err="1"/>
              <a:t>latency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highly</a:t>
            </a:r>
            <a:r>
              <a:rPr lang="fr-FR" dirty="0"/>
              <a:t> </a:t>
            </a:r>
            <a:r>
              <a:rPr lang="fr-FR" dirty="0" err="1"/>
              <a:t>dynamic</a:t>
            </a:r>
            <a:r>
              <a:rPr lang="fr-FR" dirty="0"/>
              <a:t>, and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b="1" dirty="0" err="1"/>
              <a:t>depends</a:t>
            </a:r>
            <a:r>
              <a:rPr lang="fr-FR" b="1" dirty="0"/>
              <a:t> </a:t>
            </a:r>
            <a:r>
              <a:rPr lang="fr-FR" b="1" dirty="0" err="1"/>
              <a:t>strongly</a:t>
            </a:r>
            <a:r>
              <a:rPr lang="fr-FR" b="1" dirty="0"/>
              <a:t> on the </a:t>
            </a:r>
            <a:r>
              <a:rPr lang="fr-FR" b="1" dirty="0" err="1"/>
              <a:t>link</a:t>
            </a:r>
            <a:r>
              <a:rPr lang="fr-FR" b="1" dirty="0"/>
              <a:t> configuration</a:t>
            </a:r>
            <a:r>
              <a:rPr lang="fr-FR" dirty="0"/>
              <a:t>.</a:t>
            </a:r>
          </a:p>
          <a:p>
            <a:pPr rtl="0"/>
            <a:r>
              <a:rPr lang="fr-FR" dirty="0"/>
              <a:t>Take an </a:t>
            </a:r>
            <a:r>
              <a:rPr lang="fr-FR" dirty="0" err="1"/>
              <a:t>example</a:t>
            </a:r>
            <a:r>
              <a:rPr lang="fr-FR" dirty="0"/>
              <a:t>. In </a:t>
            </a:r>
            <a:r>
              <a:rPr lang="fr-FR" dirty="0" err="1"/>
              <a:t>orbit</a:t>
            </a:r>
            <a:r>
              <a:rPr lang="fr-FR" dirty="0"/>
              <a:t>, </a:t>
            </a:r>
            <a:r>
              <a:rPr lang="fr-FR" dirty="0" err="1"/>
              <a:t>moving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b="1" dirty="0"/>
              <a:t>MCS0 </a:t>
            </a:r>
            <a:r>
              <a:rPr lang="fr-FR" b="1" dirty="0" err="1"/>
              <a:t>with</a:t>
            </a:r>
            <a:r>
              <a:rPr lang="fr-FR" b="1" dirty="0"/>
              <a:t> 8 </a:t>
            </a:r>
            <a:r>
              <a:rPr lang="fr-FR" b="1" dirty="0" err="1"/>
              <a:t>repetitions</a:t>
            </a:r>
            <a:r>
              <a:rPr lang="fr-FR" dirty="0"/>
              <a:t> to </a:t>
            </a:r>
            <a:r>
              <a:rPr lang="fr-FR" b="1" dirty="0"/>
              <a:t>MCS5 </a:t>
            </a:r>
            <a:r>
              <a:rPr lang="fr-FR" b="1" dirty="0" err="1"/>
              <a:t>with</a:t>
            </a:r>
            <a:r>
              <a:rPr lang="fr-FR" b="1" dirty="0"/>
              <a:t> no </a:t>
            </a:r>
            <a:r>
              <a:rPr lang="fr-FR" b="1" dirty="0" err="1"/>
              <a:t>repetition</a:t>
            </a:r>
            <a:r>
              <a:rPr lang="fr-FR" dirty="0"/>
              <a:t> </a:t>
            </a:r>
            <a:r>
              <a:rPr lang="fr-FR" dirty="0" err="1"/>
              <a:t>cuts</a:t>
            </a:r>
            <a:r>
              <a:rPr lang="fr-FR" dirty="0"/>
              <a:t> the </a:t>
            </a:r>
            <a:r>
              <a:rPr lang="fr-FR" dirty="0" err="1"/>
              <a:t>delay</a:t>
            </a:r>
            <a:r>
              <a:rPr lang="fr-FR" dirty="0"/>
              <a:t> by a factor of </a:t>
            </a:r>
            <a:r>
              <a:rPr lang="fr-FR" b="1" dirty="0"/>
              <a:t>five to </a:t>
            </a:r>
            <a:r>
              <a:rPr lang="fr-FR" b="1" dirty="0" err="1"/>
              <a:t>seven</a:t>
            </a:r>
            <a:r>
              <a:rPr lang="fr-FR" dirty="0"/>
              <a:t>, </a:t>
            </a:r>
            <a:r>
              <a:rPr lang="fr-FR" dirty="0" err="1"/>
              <a:t>depending</a:t>
            </a:r>
            <a:r>
              <a:rPr lang="fr-FR" dirty="0"/>
              <a:t> on the </a:t>
            </a:r>
            <a:r>
              <a:rPr lang="fr-FR" dirty="0" err="1"/>
              <a:t>packet</a:t>
            </a:r>
            <a:r>
              <a:rPr lang="fr-FR" dirty="0"/>
              <a:t> size. </a:t>
            </a:r>
            <a:r>
              <a:rPr lang="fr-FR" dirty="0" err="1"/>
              <a:t>Knowing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a </a:t>
            </a:r>
            <a:r>
              <a:rPr lang="fr-FR" dirty="0" err="1"/>
              <a:t>small</a:t>
            </a:r>
            <a:r>
              <a:rPr lang="fr-FR" dirty="0"/>
              <a:t> part of the configuration </a:t>
            </a:r>
            <a:r>
              <a:rPr lang="fr-FR" dirty="0" err="1"/>
              <a:t>space</a:t>
            </a:r>
            <a:r>
              <a:rPr lang="fr-FR" dirty="0"/>
              <a:t>.  </a:t>
            </a:r>
            <a:r>
              <a:rPr lang="fr-FR" b="1" dirty="0"/>
              <a:t>MCS can go up to 10 &amp; f</a:t>
            </a:r>
            <a:r>
              <a:rPr lang="fr-FR" dirty="0"/>
              <a:t>or </a:t>
            </a:r>
            <a:r>
              <a:rPr lang="fr-FR" dirty="0" err="1"/>
              <a:t>robustness</a:t>
            </a:r>
            <a:r>
              <a:rPr lang="fr-FR" dirty="0"/>
              <a:t>, NB-IoT </a:t>
            </a:r>
            <a:r>
              <a:rPr lang="fr-FR" dirty="0" err="1"/>
              <a:t>allows</a:t>
            </a:r>
            <a:r>
              <a:rPr lang="fr-FR" dirty="0"/>
              <a:t> up to </a:t>
            </a:r>
            <a:r>
              <a:rPr lang="fr-FR" b="1" dirty="0"/>
              <a:t>128 </a:t>
            </a:r>
            <a:r>
              <a:rPr lang="fr-FR" b="1" dirty="0" err="1"/>
              <a:t>repetitions</a:t>
            </a:r>
            <a:r>
              <a:rPr lang="fr-FR" dirty="0"/>
              <a:t>.</a:t>
            </a:r>
          </a:p>
          <a:p>
            <a:pPr rtl="0"/>
            <a:endParaRPr lang="fr-FR" dirty="0"/>
          </a:p>
          <a:p>
            <a:pPr rtl="0"/>
            <a:r>
              <a:rPr lang="fr-FR" b="1" dirty="0"/>
              <a:t>The </a:t>
            </a:r>
            <a:r>
              <a:rPr lang="fr-FR" b="1" dirty="0" err="1"/>
              <a:t>takeaway</a:t>
            </a:r>
            <a:r>
              <a:rPr lang="fr-FR" b="1" dirty="0"/>
              <a:t>:</a:t>
            </a:r>
          </a:p>
          <a:p>
            <a:pPr rtl="0"/>
            <a:endParaRPr lang="fr-F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 err="1"/>
              <a:t>Which</a:t>
            </a:r>
            <a:r>
              <a:rPr lang="fr-FR" b="1" dirty="0"/>
              <a:t> </a:t>
            </a:r>
            <a:r>
              <a:rPr lang="fr-FR" b="1" dirty="0" err="1"/>
              <a:t>means</a:t>
            </a:r>
            <a:r>
              <a:rPr lang="fr-FR" b="1" dirty="0"/>
              <a:t>,</a:t>
            </a:r>
            <a:r>
              <a:rPr lang="fr-FR" dirty="0"/>
              <a:t> over GEO, </a:t>
            </a:r>
            <a:r>
              <a:rPr lang="fr-FR" dirty="0" err="1"/>
              <a:t>link</a:t>
            </a:r>
            <a:r>
              <a:rPr lang="fr-FR" dirty="0"/>
              <a:t> adaptation </a:t>
            </a:r>
            <a:r>
              <a:rPr lang="fr-FR" dirty="0" err="1"/>
              <a:t>isn’t</a:t>
            </a:r>
            <a:r>
              <a:rPr lang="fr-FR" dirty="0"/>
              <a:t> a </a:t>
            </a:r>
            <a:r>
              <a:rPr lang="fr-FR" dirty="0" err="1"/>
              <a:t>detail</a:t>
            </a:r>
            <a:r>
              <a:rPr lang="fr-FR" dirty="0"/>
              <a:t>. It </a:t>
            </a:r>
            <a:r>
              <a:rPr lang="fr-FR" dirty="0" err="1"/>
              <a:t>decides</a:t>
            </a:r>
            <a:r>
              <a:rPr lang="fr-FR" dirty="0"/>
              <a:t> the service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. A </a:t>
            </a:r>
            <a:r>
              <a:rPr lang="fr-FR" dirty="0" err="1"/>
              <a:t>bad</a:t>
            </a:r>
            <a:r>
              <a:rPr lang="fr-FR" dirty="0"/>
              <a:t> </a:t>
            </a:r>
            <a:r>
              <a:rPr lang="fr-FR" dirty="0" err="1"/>
              <a:t>choice</a:t>
            </a:r>
            <a:r>
              <a:rPr lang="fr-FR" dirty="0"/>
              <a:t> </a:t>
            </a:r>
            <a:r>
              <a:rPr lang="fr-FR" dirty="0" err="1"/>
              <a:t>wastes</a:t>
            </a:r>
            <a:r>
              <a:rPr lang="fr-FR" dirty="0"/>
              <a:t> the </a:t>
            </a:r>
            <a:r>
              <a:rPr lang="fr-FR" dirty="0" err="1"/>
              <a:t>satellite’s</a:t>
            </a:r>
            <a:r>
              <a:rPr lang="fr-FR" dirty="0"/>
              <a:t> </a:t>
            </a:r>
            <a:r>
              <a:rPr lang="fr-FR" dirty="0" err="1"/>
              <a:t>scarce</a:t>
            </a:r>
            <a:r>
              <a:rPr lang="fr-FR" dirty="0"/>
              <a:t> </a:t>
            </a:r>
            <a:r>
              <a:rPr lang="fr-FR" dirty="0" err="1"/>
              <a:t>resource</a:t>
            </a:r>
            <a:r>
              <a:rPr lang="fr-FR" dirty="0"/>
              <a:t>. That </a:t>
            </a:r>
            <a:r>
              <a:rPr lang="fr-FR" dirty="0" err="1"/>
              <a:t>led</a:t>
            </a:r>
            <a:r>
              <a:rPr lang="fr-FR" dirty="0"/>
              <a:t> us to the </a:t>
            </a:r>
            <a:r>
              <a:rPr lang="fr-FR" dirty="0" err="1"/>
              <a:t>next</a:t>
            </a:r>
            <a:r>
              <a:rPr lang="fr-FR" dirty="0"/>
              <a:t> question: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87BC7-6EA8-413B-B49B-9E4E1D0CE9B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459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How </a:t>
            </a:r>
            <a:r>
              <a:rPr lang="fr-FR" b="1" dirty="0" err="1"/>
              <a:t>link</a:t>
            </a:r>
            <a:r>
              <a:rPr lang="fr-FR" b="1" dirty="0"/>
              <a:t> adaptation </a:t>
            </a:r>
            <a:r>
              <a:rPr lang="fr-FR" b="1" dirty="0" err="1"/>
              <a:t>should</a:t>
            </a:r>
            <a:r>
              <a:rPr lang="fr-FR" b="1" dirty="0"/>
              <a:t> </a:t>
            </a:r>
            <a:r>
              <a:rPr lang="fr-FR" b="1" dirty="0" err="1"/>
              <a:t>be</a:t>
            </a:r>
            <a:r>
              <a:rPr lang="fr-FR" b="1" dirty="0"/>
              <a:t> </a:t>
            </a:r>
            <a:r>
              <a:rPr lang="fr-FR" b="1" dirty="0" err="1"/>
              <a:t>designed</a:t>
            </a:r>
            <a:r>
              <a:rPr lang="fr-FR" b="1" dirty="0"/>
              <a:t> for NB-IoT over GEO?</a:t>
            </a:r>
            <a:r>
              <a:rPr lang="fr-FR" dirty="0"/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rtl="0"/>
            <a:r>
              <a:rPr lang="fr-FR" dirty="0"/>
              <a:t>This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studied</a:t>
            </a:r>
            <a:r>
              <a:rPr lang="fr-FR" dirty="0"/>
              <a:t> in </a:t>
            </a:r>
            <a:r>
              <a:rPr lang="fr-FR" dirty="0" err="1"/>
              <a:t>our</a:t>
            </a:r>
            <a:r>
              <a:rPr lang="fr-FR" dirty="0"/>
              <a:t> second contribution, </a:t>
            </a:r>
            <a:r>
              <a:rPr lang="fr-FR" dirty="0" err="1"/>
              <a:t>accepted</a:t>
            </a:r>
            <a:r>
              <a:rPr lang="fr-FR" dirty="0"/>
              <a:t> at </a:t>
            </a:r>
            <a:r>
              <a:rPr lang="fr-FR" b="1" dirty="0" err="1"/>
              <a:t>MSWiM</a:t>
            </a:r>
            <a:r>
              <a:rPr lang="fr-FR" b="1" dirty="0"/>
              <a:t> </a:t>
            </a:r>
            <a:r>
              <a:rPr lang="fr-FR" b="1" dirty="0" err="1"/>
              <a:t>conference</a:t>
            </a:r>
            <a:r>
              <a:rPr lang="fr-FR" b="1" dirty="0"/>
              <a:t> </a:t>
            </a:r>
            <a:r>
              <a:rPr lang="fr-FR" b="1" dirty="0" err="1"/>
              <a:t>this</a:t>
            </a:r>
            <a:r>
              <a:rPr lang="fr-FR" b="1" dirty="0"/>
              <a:t> </a:t>
            </a:r>
            <a:r>
              <a:rPr lang="fr-FR" b="1" dirty="0" err="1"/>
              <a:t>year</a:t>
            </a:r>
            <a:r>
              <a:rPr lang="fr-FR" b="1" dirty="0"/>
              <a:t> in Paris</a:t>
            </a:r>
            <a:r>
              <a:rPr lang="fr-FR" dirty="0"/>
              <a:t>.</a:t>
            </a:r>
          </a:p>
          <a:p>
            <a:pPr rtl="0"/>
            <a:endParaRPr lang="fr-FR" dirty="0"/>
          </a:p>
          <a:p>
            <a:pPr rtl="0"/>
            <a:r>
              <a:rPr lang="fr-FR" b="1" dirty="0"/>
              <a:t>Channel</a:t>
            </a:r>
          </a:p>
          <a:p>
            <a:pPr rtl="0"/>
            <a:endParaRPr lang="fr-FR" b="1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fr-FR" dirty="0"/>
              <a:t>To design a </a:t>
            </a:r>
            <a:r>
              <a:rPr lang="fr-FR" dirty="0" err="1"/>
              <a:t>realistic</a:t>
            </a:r>
            <a:r>
              <a:rPr lang="fr-FR" dirty="0"/>
              <a:t> Link Adaptation </a:t>
            </a:r>
            <a:r>
              <a:rPr lang="fr-FR" dirty="0" err="1"/>
              <a:t>algorithm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needed</a:t>
            </a:r>
            <a:r>
              <a:rPr lang="fr-FR" dirty="0"/>
              <a:t> first a </a:t>
            </a:r>
            <a:r>
              <a:rPr lang="fr-FR" dirty="0" err="1"/>
              <a:t>realistic</a:t>
            </a:r>
            <a:r>
              <a:rPr lang="fr-FR" dirty="0"/>
              <a:t> </a:t>
            </a:r>
            <a:r>
              <a:rPr lang="fr-FR" dirty="0" err="1"/>
              <a:t>channel</a:t>
            </a:r>
            <a:r>
              <a:rPr lang="fr-FR" dirty="0"/>
              <a:t> model.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fr-FR" dirty="0"/>
              <a:t> So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</a:t>
            </a:r>
            <a:r>
              <a:rPr lang="fr-FR" dirty="0" err="1"/>
              <a:t>channel</a:t>
            </a:r>
            <a:r>
              <a:rPr lang="fr-FR" dirty="0"/>
              <a:t> traces </a:t>
            </a:r>
            <a:r>
              <a:rPr lang="fr-FR" dirty="0" err="1"/>
              <a:t>from</a:t>
            </a:r>
            <a:r>
              <a:rPr lang="fr-FR" dirty="0"/>
              <a:t> a tracker terminal, </a:t>
            </a:r>
            <a:r>
              <a:rPr lang="fr-FR" b="1" dirty="0"/>
              <a:t>in a race </a:t>
            </a:r>
            <a:r>
              <a:rPr lang="fr-FR" b="1" dirty="0" err="1"/>
              <a:t>competition</a:t>
            </a:r>
            <a:r>
              <a:rPr lang="fr-FR" dirty="0"/>
              <a:t> </a:t>
            </a:r>
            <a:r>
              <a:rPr lang="fr-FR" dirty="0" err="1"/>
              <a:t>covered</a:t>
            </a:r>
            <a:r>
              <a:rPr lang="fr-FR" dirty="0"/>
              <a:t> by </a:t>
            </a:r>
            <a:r>
              <a:rPr lang="fr-FR" b="1" dirty="0" err="1"/>
              <a:t>Kinéis</a:t>
            </a:r>
            <a:r>
              <a:rPr lang="fr-FR" b="1" dirty="0"/>
              <a:t> GEO NB-IoT system</a:t>
            </a:r>
            <a:r>
              <a:rPr lang="fr-FR" dirty="0"/>
              <a:t>. 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fr-FR" dirty="0"/>
              <a:t>The traces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</a:t>
            </a:r>
            <a:r>
              <a:rPr lang="fr-FR" dirty="0" err="1"/>
              <a:t>eventually</a:t>
            </a:r>
            <a:r>
              <a:rPr lang="fr-FR" dirty="0"/>
              <a:t> to </a:t>
            </a:r>
            <a:r>
              <a:rPr lang="fr-FR" dirty="0" err="1"/>
              <a:t>calibrate</a:t>
            </a:r>
            <a:r>
              <a:rPr lang="fr-FR" dirty="0"/>
              <a:t> an LMS </a:t>
            </a:r>
            <a:r>
              <a:rPr lang="fr-FR" dirty="0" err="1"/>
              <a:t>channel</a:t>
            </a:r>
            <a:r>
              <a:rPr lang="fr-FR" dirty="0"/>
              <a:t> model, </a:t>
            </a:r>
            <a:r>
              <a:rPr lang="fr-FR" dirty="0" err="1"/>
              <a:t>where</a:t>
            </a:r>
            <a:r>
              <a:rPr lang="fr-FR" dirty="0"/>
              <a:t> SNR </a:t>
            </a:r>
            <a:r>
              <a:rPr lang="fr-FR" dirty="0" err="1"/>
              <a:t>moving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three</a:t>
            </a:r>
            <a:r>
              <a:rPr lang="fr-FR" dirty="0"/>
              <a:t> states: line of </a:t>
            </a:r>
            <a:r>
              <a:rPr lang="fr-FR" dirty="0" err="1"/>
              <a:t>sight</a:t>
            </a:r>
            <a:r>
              <a:rPr lang="fr-FR" dirty="0"/>
              <a:t>, </a:t>
            </a:r>
            <a:r>
              <a:rPr lang="fr-FR" dirty="0" err="1"/>
              <a:t>moderate</a:t>
            </a:r>
            <a:r>
              <a:rPr lang="fr-FR" dirty="0"/>
              <a:t> </a:t>
            </a:r>
            <a:r>
              <a:rPr lang="fr-FR" dirty="0" err="1"/>
              <a:t>shadowing</a:t>
            </a:r>
            <a:r>
              <a:rPr lang="fr-FR" dirty="0"/>
              <a:t>, and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shadow</a:t>
            </a:r>
            <a:r>
              <a:rPr lang="fr-FR" dirty="0"/>
              <a:t>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fr-FR" dirty="0"/>
              <a:t>The </a:t>
            </a:r>
            <a:r>
              <a:rPr lang="fr-FR" dirty="0" err="1"/>
              <a:t>channel</a:t>
            </a:r>
            <a:r>
              <a:rPr lang="fr-FR" dirty="0"/>
              <a:t> </a:t>
            </a:r>
            <a:r>
              <a:rPr lang="fr-FR" dirty="0" err="1"/>
              <a:t>had</a:t>
            </a:r>
            <a:r>
              <a:rPr lang="fr-FR" dirty="0"/>
              <a:t> an </a:t>
            </a:r>
            <a:r>
              <a:rPr lang="fr-FR" dirty="0" err="1"/>
              <a:t>autocorrelation</a:t>
            </a:r>
            <a:r>
              <a:rPr lang="fr-FR" dirty="0"/>
              <a:t> of 0,77,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means</a:t>
            </a:r>
            <a:r>
              <a:rPr lang="fr-FR" dirty="0"/>
              <a:t> </a:t>
            </a:r>
            <a:r>
              <a:rPr lang="fr-FR" dirty="0" err="1"/>
              <a:t>it’s</a:t>
            </a:r>
            <a:r>
              <a:rPr lang="fr-FR" dirty="0"/>
              <a:t> </a:t>
            </a:r>
            <a:r>
              <a:rPr lang="fr-FR" dirty="0" err="1"/>
              <a:t>variying</a:t>
            </a:r>
            <a:r>
              <a:rPr lang="fr-FR" dirty="0"/>
              <a:t> </a:t>
            </a:r>
            <a:r>
              <a:rPr lang="fr-FR" dirty="0" err="1"/>
              <a:t>slowly</a:t>
            </a:r>
            <a:r>
              <a:rPr lang="fr-FR" dirty="0"/>
              <a:t>, </a:t>
            </a:r>
            <a:r>
              <a:rPr lang="fr-FR" dirty="0" err="1"/>
              <a:t>However</a:t>
            </a:r>
            <a:r>
              <a:rPr lang="fr-FR" dirty="0"/>
              <a:t>, the </a:t>
            </a:r>
            <a:r>
              <a:rPr lang="fr-FR" dirty="0" err="1"/>
              <a:t>delayed</a:t>
            </a:r>
            <a:r>
              <a:rPr lang="fr-FR" dirty="0"/>
              <a:t> </a:t>
            </a:r>
            <a:r>
              <a:rPr lang="fr-FR" dirty="0" err="1"/>
              <a:t>channel</a:t>
            </a:r>
            <a:r>
              <a:rPr lang="fr-FR" dirty="0"/>
              <a:t> state information </a:t>
            </a:r>
            <a:r>
              <a:rPr lang="fr-FR" dirty="0" err="1"/>
              <a:t>really</a:t>
            </a:r>
            <a:r>
              <a:rPr lang="fr-FR" dirty="0"/>
              <a:t> </a:t>
            </a:r>
            <a:r>
              <a:rPr lang="fr-FR" dirty="0" err="1"/>
              <a:t>hurted</a:t>
            </a:r>
            <a:r>
              <a:rPr lang="fr-FR" dirty="0"/>
              <a:t> Link Adaptation </a:t>
            </a:r>
            <a:r>
              <a:rPr lang="fr-FR" dirty="0" err="1"/>
              <a:t>decisions</a:t>
            </a:r>
            <a:r>
              <a:rPr lang="fr-FR" dirty="0"/>
              <a:t>.</a:t>
            </a:r>
          </a:p>
          <a:p>
            <a:pPr rtl="0"/>
            <a:endParaRPr lang="fr-FR" dirty="0"/>
          </a:p>
          <a:p>
            <a:pPr rtl="0"/>
            <a:r>
              <a:rPr lang="fr-FR" b="1" dirty="0" err="1"/>
              <a:t>Results</a:t>
            </a:r>
            <a:endParaRPr lang="fr-FR" b="1" dirty="0"/>
          </a:p>
          <a:p>
            <a:pPr rtl="0"/>
            <a:endParaRPr lang="fr-FR" b="1" dirty="0"/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in the BLER chart. The </a:t>
            </a:r>
            <a:r>
              <a:rPr lang="fr-FR" b="1" dirty="0" err="1"/>
              <a:t>red</a:t>
            </a:r>
            <a:r>
              <a:rPr lang="fr-FR" b="1" dirty="0"/>
              <a:t> bar</a:t>
            </a:r>
            <a:r>
              <a:rPr lang="fr-FR" dirty="0"/>
              <a:t>, </a:t>
            </a:r>
            <a:r>
              <a:rPr lang="fr-FR" dirty="0" err="1"/>
              <a:t>Opt-A</a:t>
            </a:r>
            <a:r>
              <a:rPr lang="fr-FR" dirty="0"/>
              <a:t>, </a:t>
            </a:r>
            <a:r>
              <a:rPr lang="fr-FR" dirty="0" err="1"/>
              <a:t>is</a:t>
            </a:r>
            <a:r>
              <a:rPr lang="fr-FR" dirty="0"/>
              <a:t> an optimiser </a:t>
            </a:r>
            <a:r>
              <a:rPr lang="fr-FR" dirty="0" err="1"/>
              <a:t>that</a:t>
            </a:r>
            <a:r>
              <a:rPr lang="fr-FR" dirty="0"/>
              <a:t> trusts </a:t>
            </a:r>
            <a:r>
              <a:rPr lang="fr-FR" dirty="0" err="1"/>
              <a:t>delayed</a:t>
            </a:r>
            <a:r>
              <a:rPr lang="fr-FR" dirty="0"/>
              <a:t> </a:t>
            </a:r>
            <a:r>
              <a:rPr lang="fr-FR" dirty="0" err="1"/>
              <a:t>channel</a:t>
            </a:r>
            <a:r>
              <a:rPr lang="fr-FR" dirty="0"/>
              <a:t> information. </a:t>
            </a:r>
            <a:r>
              <a:rPr lang="fr-FR" dirty="0" err="1"/>
              <a:t>It’s</a:t>
            </a:r>
            <a:r>
              <a:rPr lang="fr-FR" dirty="0"/>
              <a:t> </a:t>
            </a:r>
            <a:r>
              <a:rPr lang="fr-FR" dirty="0" err="1"/>
              <a:t>aggressive</a:t>
            </a:r>
            <a:r>
              <a:rPr lang="fr-FR" dirty="0"/>
              <a:t> and </a:t>
            </a:r>
            <a:r>
              <a:rPr lang="fr-FR" dirty="0" err="1"/>
              <a:t>it</a:t>
            </a:r>
            <a:r>
              <a:rPr lang="fr-FR" dirty="0"/>
              <a:t> landing far </a:t>
            </a:r>
            <a:r>
              <a:rPr lang="fr-FR" dirty="0" err="1"/>
              <a:t>above</a:t>
            </a:r>
            <a:r>
              <a:rPr lang="fr-FR" dirty="0"/>
              <a:t> the </a:t>
            </a:r>
            <a:r>
              <a:rPr lang="fr-FR" dirty="0" err="1"/>
              <a:t>reliability</a:t>
            </a:r>
            <a:r>
              <a:rPr lang="fr-FR" dirty="0"/>
              <a:t> </a:t>
            </a:r>
            <a:r>
              <a:rPr lang="fr-FR" dirty="0" err="1"/>
              <a:t>target</a:t>
            </a:r>
            <a:r>
              <a:rPr lang="fr-FR" dirty="0"/>
              <a:t>. The </a:t>
            </a:r>
            <a:r>
              <a:rPr lang="fr-FR" b="1" dirty="0" err="1"/>
              <a:t>purple</a:t>
            </a:r>
            <a:r>
              <a:rPr lang="fr-FR" b="1" dirty="0"/>
              <a:t> bar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optimiser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perfect</a:t>
            </a:r>
            <a:r>
              <a:rPr lang="fr-FR" dirty="0"/>
              <a:t> </a:t>
            </a:r>
            <a:r>
              <a:rPr lang="fr-FR" dirty="0" err="1"/>
              <a:t>knowledge</a:t>
            </a:r>
            <a:r>
              <a:rPr lang="fr-FR" dirty="0"/>
              <a:t>. </a:t>
            </a:r>
            <a:r>
              <a:rPr lang="fr-FR" dirty="0" err="1"/>
              <a:t>That’s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upper</a:t>
            </a:r>
            <a:r>
              <a:rPr lang="fr-FR" dirty="0"/>
              <a:t> </a:t>
            </a:r>
            <a:r>
              <a:rPr lang="fr-FR" dirty="0" err="1"/>
              <a:t>bound</a:t>
            </a:r>
            <a:r>
              <a:rPr lang="fr-FR" dirty="0"/>
              <a:t>, and </a:t>
            </a:r>
            <a:r>
              <a:rPr lang="fr-FR" dirty="0" err="1"/>
              <a:t>nobody</a:t>
            </a:r>
            <a:r>
              <a:rPr lang="fr-FR" dirty="0"/>
              <a:t> </a:t>
            </a:r>
            <a:r>
              <a:rPr lang="fr-FR" dirty="0" err="1"/>
              <a:t>gets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in practice.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fr-FR" dirty="0"/>
              <a:t>Our key </a:t>
            </a:r>
            <a:r>
              <a:rPr lang="fr-FR" dirty="0" err="1"/>
              <a:t>finding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heuristic</a:t>
            </a:r>
            <a:r>
              <a:rPr lang="fr-FR" dirty="0"/>
              <a:t> </a:t>
            </a:r>
            <a:r>
              <a:rPr lang="fr-FR" b="1" dirty="0"/>
              <a:t>H2 in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green bar,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pragmatic</a:t>
            </a:r>
            <a:r>
              <a:rPr lang="fr-FR" dirty="0"/>
              <a:t> winner. </a:t>
            </a:r>
            <a:r>
              <a:rPr lang="fr-FR" dirty="0" err="1"/>
              <a:t>Compared</a:t>
            </a:r>
            <a:r>
              <a:rPr lang="fr-FR" dirty="0"/>
              <a:t> to the conservative </a:t>
            </a:r>
            <a:r>
              <a:rPr lang="fr-FR" dirty="0" err="1"/>
              <a:t>baseline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uses </a:t>
            </a:r>
            <a:r>
              <a:rPr lang="fr-FR" dirty="0" err="1"/>
              <a:t>less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half</a:t>
            </a:r>
            <a:r>
              <a:rPr lang="fr-FR" b="1" dirty="0"/>
              <a:t> </a:t>
            </a:r>
            <a:r>
              <a:rPr lang="fr-FR" b="1" dirty="0" err="1"/>
              <a:t>resources</a:t>
            </a:r>
            <a:r>
              <a:rPr lang="fr-FR" dirty="0"/>
              <a:t> and </a:t>
            </a:r>
            <a:r>
              <a:rPr lang="fr-FR" dirty="0" err="1"/>
              <a:t>gives</a:t>
            </a:r>
            <a:r>
              <a:rPr lang="fr-FR" dirty="0"/>
              <a:t> </a:t>
            </a:r>
            <a:r>
              <a:rPr lang="fr-FR" b="1" dirty="0" err="1"/>
              <a:t>two</a:t>
            </a:r>
            <a:r>
              <a:rPr lang="fr-FR" b="1" dirty="0"/>
              <a:t> times more </a:t>
            </a:r>
            <a:r>
              <a:rPr lang="fr-FR" b="1" dirty="0" err="1"/>
              <a:t>throughput</a:t>
            </a:r>
            <a:r>
              <a:rPr lang="fr-FR" dirty="0"/>
              <a:t>, </a:t>
            </a:r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staying</a:t>
            </a:r>
            <a:r>
              <a:rPr lang="fr-FR" dirty="0"/>
              <a:t> close to the </a:t>
            </a:r>
            <a:r>
              <a:rPr lang="fr-FR" dirty="0" err="1"/>
              <a:t>reliability</a:t>
            </a:r>
            <a:r>
              <a:rPr lang="fr-FR" dirty="0"/>
              <a:t> </a:t>
            </a:r>
            <a:r>
              <a:rPr lang="fr-FR" dirty="0" err="1"/>
              <a:t>target</a:t>
            </a:r>
            <a:r>
              <a:rPr lang="fr-FR" dirty="0"/>
              <a:t>. </a:t>
            </a:r>
            <a:r>
              <a:rPr lang="fr-FR" dirty="0" err="1"/>
              <a:t>Compared</a:t>
            </a:r>
            <a:r>
              <a:rPr lang="fr-FR" dirty="0"/>
              <a:t> to the Optimal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delayed</a:t>
            </a:r>
            <a:r>
              <a:rPr lang="fr-FR" dirty="0"/>
              <a:t> CSI, </a:t>
            </a:r>
            <a:r>
              <a:rPr lang="fr-FR" dirty="0" err="1"/>
              <a:t>it</a:t>
            </a:r>
            <a:r>
              <a:rPr lang="fr-FR" dirty="0"/>
              <a:t> approches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throughput</a:t>
            </a:r>
            <a:r>
              <a:rPr lang="fr-FR" dirty="0"/>
              <a:t> but at </a:t>
            </a:r>
            <a:r>
              <a:rPr lang="fr-FR" dirty="0" err="1"/>
              <a:t>two</a:t>
            </a:r>
            <a:r>
              <a:rPr lang="fr-FR" dirty="0"/>
              <a:t> times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resource</a:t>
            </a:r>
            <a:r>
              <a:rPr lang="fr-FR" dirty="0"/>
              <a:t> </a:t>
            </a:r>
            <a:r>
              <a:rPr lang="fr-FR" dirty="0" err="1"/>
              <a:t>consumption</a:t>
            </a:r>
            <a:r>
              <a:rPr lang="fr-FR" dirty="0"/>
              <a:t>.</a:t>
            </a:r>
          </a:p>
          <a:p>
            <a:pPr marL="0" indent="0" rtl="0">
              <a:buFont typeface="Arial" panose="020B0604020202020204" pitchFamily="34" charset="0"/>
              <a:buNone/>
            </a:pPr>
            <a:endParaRPr lang="fr-FR" dirty="0"/>
          </a:p>
          <a:p>
            <a:pPr rtl="0"/>
            <a:r>
              <a:rPr lang="fr-FR" b="1" dirty="0"/>
              <a:t>In short:</a:t>
            </a:r>
            <a:r>
              <a:rPr lang="fr-FR" dirty="0"/>
              <a:t> </a:t>
            </a:r>
            <a:r>
              <a:rPr lang="fr-FR" dirty="0" err="1"/>
              <a:t>It’s</a:t>
            </a:r>
            <a:r>
              <a:rPr lang="fr-FR" dirty="0"/>
              <a:t> a </a:t>
            </a:r>
            <a:r>
              <a:rPr lang="fr-FR" dirty="0" err="1"/>
              <a:t>realistic</a:t>
            </a:r>
            <a:r>
              <a:rPr lang="fr-FR" dirty="0"/>
              <a:t> solution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gives</a:t>
            </a:r>
            <a:r>
              <a:rPr lang="fr-FR" dirty="0"/>
              <a:t> more data for </a:t>
            </a:r>
            <a:r>
              <a:rPr lang="fr-FR" dirty="0" err="1"/>
              <a:t>less</a:t>
            </a:r>
            <a:r>
              <a:rPr lang="fr-FR" dirty="0"/>
              <a:t> satellite </a:t>
            </a:r>
            <a:r>
              <a:rPr lang="fr-FR" dirty="0" err="1"/>
              <a:t>resource</a:t>
            </a:r>
            <a:r>
              <a:rPr lang="fr-FR" dirty="0"/>
              <a:t>,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breaking</a:t>
            </a:r>
            <a:r>
              <a:rPr lang="fr-FR" dirty="0"/>
              <a:t> </a:t>
            </a:r>
            <a:r>
              <a:rPr lang="fr-FR" dirty="0" err="1"/>
              <a:t>reliability</a:t>
            </a:r>
            <a:r>
              <a:rPr lang="fr-FR" dirty="0"/>
              <a:t> </a:t>
            </a:r>
            <a:r>
              <a:rPr lang="fr-FR" dirty="0" err="1"/>
              <a:t>target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87BC7-6EA8-413B-B49B-9E4E1D0CE9B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6010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dirty="0"/>
              <a:t>So far,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involved</a:t>
            </a:r>
            <a:r>
              <a:rPr lang="fr-FR" dirty="0"/>
              <a:t> </a:t>
            </a:r>
            <a:r>
              <a:rPr lang="fr-FR" b="1" dirty="0"/>
              <a:t>one single </a:t>
            </a:r>
            <a:r>
              <a:rPr lang="fr-FR" b="1" dirty="0" err="1"/>
              <a:t>device</a:t>
            </a:r>
            <a:r>
              <a:rPr lang="fr-FR" dirty="0"/>
              <a:t>. A real satellite network serves </a:t>
            </a:r>
            <a:r>
              <a:rPr lang="fr-FR" b="1" dirty="0" err="1"/>
              <a:t>thousands</a:t>
            </a:r>
            <a:r>
              <a:rPr lang="fr-FR" dirty="0"/>
              <a:t>. Testing </a:t>
            </a:r>
            <a:r>
              <a:rPr lang="fr-FR" dirty="0" err="1"/>
              <a:t>that</a:t>
            </a:r>
            <a:r>
              <a:rPr lang="fr-FR" dirty="0"/>
              <a:t> in </a:t>
            </a:r>
            <a:r>
              <a:rPr lang="fr-FR" dirty="0" err="1"/>
              <a:t>orbit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impossible,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we’re</a:t>
            </a:r>
            <a:r>
              <a:rPr lang="fr-FR" dirty="0"/>
              <a:t> building a simulator.</a:t>
            </a:r>
          </a:p>
          <a:p>
            <a:pPr rtl="0"/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LENA-NB-NTN</a:t>
            </a:r>
            <a:r>
              <a:rPr lang="fr-FR" dirty="0"/>
              <a:t> </a:t>
            </a:r>
            <a:r>
              <a:rPr lang="fr-FR" dirty="0" err="1"/>
              <a:t>extends</a:t>
            </a:r>
            <a:r>
              <a:rPr lang="fr-FR" dirty="0"/>
              <a:t> the open-source ns-3 LENA-NB to the satellite case. </a:t>
            </a:r>
            <a:r>
              <a:rPr lang="fr-FR" dirty="0" err="1"/>
              <a:t>It’s</a:t>
            </a:r>
            <a:r>
              <a:rPr lang="fr-FR" dirty="0"/>
              <a:t> a end to end simulator running full stack of NB-IoT Release 17 </a:t>
            </a:r>
            <a:r>
              <a:rPr lang="fr-FR" dirty="0" err="1"/>
              <a:t>protocol</a:t>
            </a:r>
            <a:r>
              <a:rPr lang="fr-FR" dirty="0"/>
              <a:t>. </a:t>
            </a:r>
          </a:p>
          <a:p>
            <a:pPr rtl="0"/>
            <a:r>
              <a:rPr lang="fr-FR" dirty="0"/>
              <a:t>The important part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the simulator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validated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</a:t>
            </a:r>
            <a:r>
              <a:rPr lang="fr-FR" dirty="0" err="1"/>
              <a:t>experimentation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Amarisoft</a:t>
            </a:r>
            <a:r>
              <a:rPr lang="fr-FR" dirty="0"/>
              <a:t> UESIM. </a:t>
            </a:r>
          </a:p>
          <a:p>
            <a:pPr rtl="0"/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b="1" dirty="0"/>
              <a:t>architecture in the centre, </a:t>
            </a:r>
            <a:r>
              <a:rPr lang="fr-FR" b="1" dirty="0" err="1"/>
              <a:t>it</a:t>
            </a:r>
            <a:r>
              <a:rPr lang="fr-FR" dirty="0"/>
              <a:t> can run up to 128 </a:t>
            </a:r>
            <a:r>
              <a:rPr lang="fr-FR" dirty="0" err="1"/>
              <a:t>UEs</a:t>
            </a:r>
            <a:r>
              <a:rPr lang="fr-FR" dirty="0"/>
              <a:t> sharing one </a:t>
            </a:r>
            <a:r>
              <a:rPr lang="fr-FR" dirty="0" err="1"/>
              <a:t>eNb</a:t>
            </a:r>
            <a:r>
              <a:rPr lang="fr-FR" dirty="0"/>
              <a:t> carrier </a:t>
            </a:r>
            <a:r>
              <a:rPr lang="fr-FR" dirty="0" err="1"/>
              <a:t>through</a:t>
            </a:r>
            <a:r>
              <a:rPr lang="fr-FR" dirty="0"/>
              <a:t> a satellite  </a:t>
            </a:r>
            <a:r>
              <a:rPr lang="fr-FR" dirty="0" err="1"/>
              <a:t>emulator</a:t>
            </a:r>
            <a:r>
              <a:rPr lang="fr-FR" dirty="0"/>
              <a:t>.</a:t>
            </a:r>
          </a:p>
          <a:p>
            <a:pPr rtl="0"/>
            <a:r>
              <a:rPr lang="fr-FR" dirty="0"/>
              <a:t>The first version of </a:t>
            </a:r>
            <a:r>
              <a:rPr lang="fr-FR" dirty="0" err="1"/>
              <a:t>our</a:t>
            </a:r>
            <a:r>
              <a:rPr lang="fr-FR" dirty="0"/>
              <a:t> simulator  </a:t>
            </a:r>
            <a:r>
              <a:rPr lang="fr-FR" dirty="0" err="1"/>
              <a:t>is</a:t>
            </a:r>
            <a:r>
              <a:rPr lang="fr-FR" dirty="0"/>
              <a:t> GEO </a:t>
            </a:r>
            <a:r>
              <a:rPr lang="fr-FR" dirty="0" err="1"/>
              <a:t>only</a:t>
            </a:r>
            <a:r>
              <a:rPr lang="fr-FR" dirty="0"/>
              <a:t>. But </a:t>
            </a:r>
            <a:r>
              <a:rPr lang="fr-FR" dirty="0" err="1"/>
              <a:t>it’s</a:t>
            </a:r>
            <a:r>
              <a:rPr lang="fr-FR" dirty="0"/>
              <a:t> </a:t>
            </a:r>
            <a:r>
              <a:rPr lang="fr-FR" dirty="0" err="1"/>
              <a:t>ready</a:t>
            </a:r>
            <a:r>
              <a:rPr lang="fr-FR" dirty="0"/>
              <a:t> to let us </a:t>
            </a:r>
            <a:r>
              <a:rPr lang="fr-FR" dirty="0" err="1"/>
              <a:t>extend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study</a:t>
            </a:r>
            <a:r>
              <a:rPr lang="fr-FR" dirty="0"/>
              <a:t> yo  </a:t>
            </a:r>
            <a:r>
              <a:rPr lang="fr-FR" b="1" dirty="0"/>
              <a:t>multi </a:t>
            </a:r>
            <a:r>
              <a:rPr lang="fr-FR" b="1" dirty="0" err="1"/>
              <a:t>users</a:t>
            </a:r>
            <a:r>
              <a:rPr lang="fr-FR" b="1" dirty="0"/>
              <a:t> scenario</a:t>
            </a:r>
            <a:r>
              <a:rPr lang="fr-FR" dirty="0"/>
              <a:t>. In </a:t>
            </a:r>
            <a:r>
              <a:rPr lang="fr-FR" dirty="0" err="1"/>
              <a:t>particular</a:t>
            </a:r>
            <a:r>
              <a:rPr lang="fr-FR" dirty="0"/>
              <a:t>, test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link</a:t>
            </a:r>
            <a:r>
              <a:rPr lang="fr-FR" dirty="0"/>
              <a:t>-adaptation </a:t>
            </a:r>
            <a:r>
              <a:rPr lang="fr-FR" dirty="0" err="1"/>
              <a:t>algorithms</a:t>
            </a:r>
            <a:r>
              <a:rPr lang="fr-FR" dirty="0"/>
              <a:t> </a:t>
            </a:r>
            <a:r>
              <a:rPr lang="fr-FR" dirty="0" err="1"/>
              <a:t>under</a:t>
            </a:r>
            <a:r>
              <a:rPr lang="fr-FR" dirty="0"/>
              <a:t> charge.</a:t>
            </a:r>
          </a:p>
          <a:p>
            <a:pPr rtl="0"/>
            <a:endParaRPr lang="fr-FR" dirty="0"/>
          </a:p>
          <a:p>
            <a:pPr rtl="0"/>
            <a:r>
              <a:rPr lang="fr-FR" dirty="0"/>
              <a:t>One Last </a:t>
            </a:r>
            <a:r>
              <a:rPr lang="fr-FR" dirty="0" err="1"/>
              <a:t>thing</a:t>
            </a:r>
            <a:r>
              <a:rPr lang="fr-FR" dirty="0"/>
              <a:t> , The simulator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prepared</a:t>
            </a:r>
            <a:r>
              <a:rPr lang="fr-FR" dirty="0"/>
              <a:t> to </a:t>
            </a:r>
            <a:r>
              <a:rPr lang="fr-FR" dirty="0" err="1"/>
              <a:t>integrate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LEO </a:t>
            </a:r>
            <a:r>
              <a:rPr lang="fr-FR" dirty="0" err="1"/>
              <a:t>features</a:t>
            </a:r>
            <a:r>
              <a:rPr lang="fr-FR" dirty="0"/>
              <a:t> in the </a:t>
            </a:r>
            <a:r>
              <a:rPr lang="fr-FR" dirty="0" err="1"/>
              <a:t>near</a:t>
            </a:r>
            <a:r>
              <a:rPr lang="fr-FR" dirty="0"/>
              <a:t> future.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87BC7-6EA8-413B-B49B-9E4E1D0CE9B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298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dirty="0"/>
              <a:t>“To </a:t>
            </a:r>
            <a:r>
              <a:rPr lang="fr-FR" dirty="0" err="1"/>
              <a:t>sum</a:t>
            </a:r>
            <a:r>
              <a:rPr lang="fr-FR" dirty="0"/>
              <a:t> up: </a:t>
            </a:r>
            <a:r>
              <a:rPr lang="fr-FR" b="1" dirty="0" err="1"/>
              <a:t>we</a:t>
            </a:r>
            <a:r>
              <a:rPr lang="fr-FR" b="1" dirty="0"/>
              <a:t> </a:t>
            </a:r>
            <a:r>
              <a:rPr lang="fr-FR" b="1" dirty="0" err="1"/>
              <a:t>measured</a:t>
            </a:r>
            <a:r>
              <a:rPr lang="fr-FR" dirty="0"/>
              <a:t> the real </a:t>
            </a:r>
            <a:r>
              <a:rPr lang="fr-FR" dirty="0" err="1"/>
              <a:t>limits</a:t>
            </a:r>
            <a:r>
              <a:rPr lang="fr-FR" dirty="0"/>
              <a:t> in </a:t>
            </a:r>
            <a:r>
              <a:rPr lang="fr-FR" dirty="0" err="1"/>
              <a:t>orbit</a:t>
            </a:r>
            <a:r>
              <a:rPr lang="fr-FR" dirty="0"/>
              <a:t>, </a:t>
            </a:r>
            <a:r>
              <a:rPr lang="fr-FR" b="1" dirty="0" err="1"/>
              <a:t>we</a:t>
            </a:r>
            <a:r>
              <a:rPr lang="fr-FR" b="1" dirty="0"/>
              <a:t> </a:t>
            </a:r>
            <a:r>
              <a:rPr lang="fr-FR" b="1" dirty="0" err="1"/>
              <a:t>optimised</a:t>
            </a:r>
            <a:r>
              <a:rPr lang="fr-FR" dirty="0"/>
              <a:t> the </a:t>
            </a:r>
            <a:r>
              <a:rPr lang="fr-FR" dirty="0" err="1"/>
              <a:t>link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an </a:t>
            </a:r>
            <a:r>
              <a:rPr lang="fr-FR" dirty="0" err="1"/>
              <a:t>algorithm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saves</a:t>
            </a:r>
            <a:r>
              <a:rPr lang="fr-FR" dirty="0"/>
              <a:t> </a:t>
            </a:r>
            <a:r>
              <a:rPr lang="fr-FR" dirty="0" err="1"/>
              <a:t>two-thirds</a:t>
            </a:r>
            <a:r>
              <a:rPr lang="fr-FR" dirty="0"/>
              <a:t> of the </a:t>
            </a:r>
            <a:r>
              <a:rPr lang="fr-FR" dirty="0" err="1"/>
              <a:t>resource</a:t>
            </a:r>
            <a:r>
              <a:rPr lang="fr-FR" dirty="0"/>
              <a:t>, and </a:t>
            </a:r>
            <a:r>
              <a:rPr lang="fr-FR" b="1" dirty="0" err="1"/>
              <a:t>we’re</a:t>
            </a:r>
            <a:r>
              <a:rPr lang="fr-FR" b="1" dirty="0"/>
              <a:t> </a:t>
            </a:r>
            <a:r>
              <a:rPr lang="fr-FR" b="1" dirty="0" err="1"/>
              <a:t>scaling</a:t>
            </a:r>
            <a:r>
              <a:rPr lang="fr-FR" dirty="0"/>
              <a:t> to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validated</a:t>
            </a:r>
            <a:r>
              <a:rPr lang="fr-FR" dirty="0"/>
              <a:t> simulator.</a:t>
            </a:r>
          </a:p>
          <a:p>
            <a:pPr rtl="0"/>
            <a:endParaRPr lang="fr-FR" dirty="0"/>
          </a:p>
          <a:p>
            <a:pPr rtl="0"/>
            <a:r>
              <a:rPr lang="fr-FR" dirty="0" err="1"/>
              <a:t>Thank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.”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87BC7-6EA8-413B-B49B-9E4E1D0CE9B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346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kineis-argos/?viewAsMember=true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hyperlink" Target="https://www.facebook.com/Kineis-1939978179410988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channel/UCk9BrOiUxGc89MrmnhGTRpg" TargetMode="External"/><Relationship Id="rId11" Type="http://schemas.openxmlformats.org/officeDocument/2006/relationships/image" Target="../media/image6.png"/><Relationship Id="rId5" Type="http://schemas.openxmlformats.org/officeDocument/2006/relationships/hyperlink" Target="mailto:info@kineis.com" TargetMode="External"/><Relationship Id="rId15" Type="http://schemas.openxmlformats.org/officeDocument/2006/relationships/image" Target="../media/image8.png"/><Relationship Id="rId10" Type="http://schemas.openxmlformats.org/officeDocument/2006/relationships/hyperlink" Target="https://twitter.com/KineisIoT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4" Type="http://schemas.openxmlformats.org/officeDocument/2006/relationships/hyperlink" Target="https://www.kineis.com/" TargetMode="Externa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kineis-argos/?viewAsMember=true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hyperlink" Target="https://www.facebook.com/Kineis-1939978179410988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channel/UCk9BrOiUxGc89MrmnhGTRpg" TargetMode="External"/><Relationship Id="rId11" Type="http://schemas.openxmlformats.org/officeDocument/2006/relationships/image" Target="../media/image6.png"/><Relationship Id="rId5" Type="http://schemas.openxmlformats.org/officeDocument/2006/relationships/hyperlink" Target="mailto:sales@kineis.com" TargetMode="External"/><Relationship Id="rId15" Type="http://schemas.openxmlformats.org/officeDocument/2006/relationships/image" Target="../media/image8.png"/><Relationship Id="rId10" Type="http://schemas.openxmlformats.org/officeDocument/2006/relationships/hyperlink" Target="https://twitter.com/KineisIoT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4" Type="http://schemas.openxmlformats.org/officeDocument/2006/relationships/hyperlink" Target="https://www.kineis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2">
            <a:extLst>
              <a:ext uri="{FF2B5EF4-FFF2-40B4-BE49-F238E27FC236}">
                <a16:creationId xmlns:a16="http://schemas.microsoft.com/office/drawing/2014/main" id="{E16AE835-5BBB-6A90-449F-68E41C89508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5296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6A36E8-5707-6934-5784-5649F2A9EB5B}"/>
              </a:ext>
            </a:extLst>
          </p:cNvPr>
          <p:cNvSpPr/>
          <p:nvPr userDrawn="1"/>
        </p:nvSpPr>
        <p:spPr>
          <a:xfrm>
            <a:off x="892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23" name="object 3">
            <a:extLst>
              <a:ext uri="{FF2B5EF4-FFF2-40B4-BE49-F238E27FC236}">
                <a16:creationId xmlns:a16="http://schemas.microsoft.com/office/drawing/2014/main" id="{E0561EBC-3C46-6A2F-4FF6-F5B6D7E063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563" y="-538085"/>
            <a:ext cx="7422889" cy="822955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411BD317-1FE9-8BD8-2E73-46D3EB8F60F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5497" y="2437221"/>
            <a:ext cx="3549940" cy="1983559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60CFFA-4156-D999-CF06-043D8E4AF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004" y="4744265"/>
            <a:ext cx="11616995" cy="501503"/>
          </a:xfrm>
          <a:prstGeom prst="rect">
            <a:avLst/>
          </a:prstGeom>
        </p:spPr>
        <p:txBody>
          <a:bodyPr/>
          <a:lstStyle>
            <a:lvl1pPr marL="12679" algn="l" defTabSz="914400" rtl="0" eaLnBrk="1" latinLnBrk="0" hangingPunct="1">
              <a:lnSpc>
                <a:spcPts val="4952"/>
              </a:lnSpc>
              <a:spcBef>
                <a:spcPts val="100"/>
              </a:spcBef>
              <a:defRPr lang="fr-FR" sz="4592" b="1" kern="1200" spc="59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Black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DAE2754-9E0D-8DE8-6D2C-45924660EB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069" y="5390935"/>
            <a:ext cx="10048875" cy="373063"/>
          </a:xfrm>
          <a:prstGeom prst="rect">
            <a:avLst/>
          </a:prstGeom>
        </p:spPr>
        <p:txBody>
          <a:bodyPr/>
          <a:lstStyle>
            <a:lvl1pPr>
              <a:defRPr lang="fr-FR" sz="2646" b="1" kern="1200" spc="20" dirty="0" smtClean="0">
                <a:solidFill>
                  <a:srgbClr val="8B909A"/>
                </a:solidFill>
                <a:latin typeface="Barlow-SemiBold"/>
                <a:ea typeface="+mn-ea"/>
                <a:cs typeface="Barlow-SemiBold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CFA888F1-CE3A-A0CB-2652-F514452D76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52956" y="6344483"/>
            <a:ext cx="2519363" cy="236538"/>
          </a:xfrm>
          <a:prstGeom prst="rect">
            <a:avLst/>
          </a:prstGeom>
        </p:spPr>
        <p:txBody>
          <a:bodyPr/>
          <a:lstStyle>
            <a:lvl1pPr marL="12679" marR="5072" algn="r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36654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39" userDrawn="1">
          <p15:clr>
            <a:srgbClr val="FBAE40"/>
          </p15:clr>
        </p15:guide>
        <p15:guide id="2" orient="horz" pos="3634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7355" userDrawn="1">
          <p15:clr>
            <a:srgbClr val="FBAE40"/>
          </p15:clr>
        </p15:guide>
        <p15:guide id="5" orient="horz" pos="404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2">
            <a:extLst>
              <a:ext uri="{FF2B5EF4-FFF2-40B4-BE49-F238E27FC236}">
                <a16:creationId xmlns:a16="http://schemas.microsoft.com/office/drawing/2014/main" id="{E16AE835-5BBB-6A90-449F-68E41C89508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5296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6A36E8-5707-6934-5784-5649F2A9EB5B}"/>
              </a:ext>
            </a:extLst>
          </p:cNvPr>
          <p:cNvSpPr/>
          <p:nvPr userDrawn="1"/>
        </p:nvSpPr>
        <p:spPr>
          <a:xfrm>
            <a:off x="892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23" name="object 3">
            <a:extLst>
              <a:ext uri="{FF2B5EF4-FFF2-40B4-BE49-F238E27FC236}">
                <a16:creationId xmlns:a16="http://schemas.microsoft.com/office/drawing/2014/main" id="{E0561EBC-3C46-6A2F-4FF6-F5B6D7E063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563" y="-538085"/>
            <a:ext cx="7422889" cy="822955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411BD317-1FE9-8BD8-2E73-46D3EB8F60F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5497" y="2437221"/>
            <a:ext cx="3549940" cy="1983559"/>
          </a:xfrm>
          <a:prstGeom prst="rect">
            <a:avLst/>
          </a:prstGeom>
        </p:spPr>
      </p:pic>
      <p:sp>
        <p:nvSpPr>
          <p:cNvPr id="9" name="object 22">
            <a:extLst>
              <a:ext uri="{FF2B5EF4-FFF2-40B4-BE49-F238E27FC236}">
                <a16:creationId xmlns:a16="http://schemas.microsoft.com/office/drawing/2014/main" id="{5A10D3C7-79A7-358B-C793-3609D878D52A}"/>
              </a:ext>
            </a:extLst>
          </p:cNvPr>
          <p:cNvSpPr txBox="1"/>
          <p:nvPr userDrawn="1"/>
        </p:nvSpPr>
        <p:spPr>
          <a:xfrm>
            <a:off x="652793" y="5426790"/>
            <a:ext cx="4803917" cy="424448"/>
          </a:xfrm>
          <a:prstGeom prst="rect">
            <a:avLst/>
          </a:prstGeom>
        </p:spPr>
        <p:txBody>
          <a:bodyPr vert="horz" wrap="square" lIns="0" tIns="17118" rIns="0" bIns="0" rtlCol="0">
            <a:spAutoFit/>
          </a:bodyPr>
          <a:lstStyle/>
          <a:p>
            <a:pPr marL="12679">
              <a:spcBef>
                <a:spcPts val="134"/>
              </a:spcBef>
            </a:pPr>
            <a:r>
              <a:rPr lang="da-DK" sz="2646" b="1" spc="20">
                <a:solidFill>
                  <a:srgbClr val="8B909A"/>
                </a:solidFill>
                <a:latin typeface="Barlow-SemiBold"/>
                <a:cs typeface="Barlow-SemiBold"/>
              </a:rPr>
              <a:t>May 2022</a:t>
            </a:r>
          </a:p>
        </p:txBody>
      </p:sp>
      <p:sp>
        <p:nvSpPr>
          <p:cNvPr id="10" name="object 21">
            <a:extLst>
              <a:ext uri="{FF2B5EF4-FFF2-40B4-BE49-F238E27FC236}">
                <a16:creationId xmlns:a16="http://schemas.microsoft.com/office/drawing/2014/main" id="{61D29E38-B8B8-1781-187E-EE806782A612}"/>
              </a:ext>
            </a:extLst>
          </p:cNvPr>
          <p:cNvSpPr txBox="1"/>
          <p:nvPr userDrawn="1"/>
        </p:nvSpPr>
        <p:spPr>
          <a:xfrm>
            <a:off x="651791" y="4779436"/>
            <a:ext cx="9896135" cy="654005"/>
          </a:xfrm>
          <a:prstGeom prst="rect">
            <a:avLst/>
          </a:prstGeom>
        </p:spPr>
        <p:txBody>
          <a:bodyPr vert="horz" wrap="square" lIns="0" tIns="12680" rIns="0" bIns="0" rtlCol="0">
            <a:spAutoFit/>
          </a:bodyPr>
          <a:lstStyle/>
          <a:p>
            <a:pPr marL="12679">
              <a:lnSpc>
                <a:spcPts val="4952"/>
              </a:lnSpc>
              <a:spcBef>
                <a:spcPts val="100"/>
              </a:spcBef>
            </a:pPr>
            <a:r>
              <a:rPr lang="fr-FR" sz="4592" b="1" spc="59">
                <a:solidFill>
                  <a:srgbClr val="FFFFFF"/>
                </a:solidFill>
                <a:latin typeface="Barlow" panose="00000500000000000000" pitchFamily="2" charset="0"/>
                <a:cs typeface="Barlow-Black"/>
              </a:rPr>
              <a:t>KINÉIS VAM PROGRAM</a:t>
            </a:r>
          </a:p>
        </p:txBody>
      </p:sp>
    </p:spTree>
    <p:extLst>
      <p:ext uri="{BB962C8B-B14F-4D97-AF65-F5344CB8AC3E}">
        <p14:creationId xmlns:p14="http://schemas.microsoft.com/office/powerpoint/2010/main" val="1823960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39">
          <p15:clr>
            <a:srgbClr val="FBAE40"/>
          </p15:clr>
        </p15:guide>
        <p15:guide id="2" orient="horz" pos="3634">
          <p15:clr>
            <a:srgbClr val="FBAE40"/>
          </p15:clr>
        </p15:guide>
        <p15:guide id="3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F3C29377-217F-4BE0-08EB-2EF21BB4ED6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5296" cy="6857999"/>
          </a:xfrm>
          <a:prstGeom prst="rect">
            <a:avLst/>
          </a:prstGeom>
        </p:spPr>
      </p:pic>
      <p:pic>
        <p:nvPicPr>
          <p:cNvPr id="20" name="object 3">
            <a:extLst>
              <a:ext uri="{FF2B5EF4-FFF2-40B4-BE49-F238E27FC236}">
                <a16:creationId xmlns:a16="http://schemas.microsoft.com/office/drawing/2014/main" id="{8A1C8CB0-7FEE-A467-CA95-53CC8C8BED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6838" y="-471410"/>
            <a:ext cx="7422889" cy="82295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26AD8C-C421-56EA-A119-BC9DA577DD73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7DA3C919-1F76-C578-CB27-B4A3E31BC914}"/>
              </a:ext>
            </a:extLst>
          </p:cNvPr>
          <p:cNvSpPr txBox="1"/>
          <p:nvPr userDrawn="1"/>
        </p:nvSpPr>
        <p:spPr>
          <a:xfrm>
            <a:off x="666750" y="4918652"/>
            <a:ext cx="3790856" cy="1027273"/>
          </a:xfrm>
          <a:prstGeom prst="rect">
            <a:avLst/>
          </a:prstGeom>
        </p:spPr>
        <p:txBody>
          <a:bodyPr vert="horz" wrap="square" lIns="0" tIns="11498" rIns="0" bIns="0" rtlCol="0">
            <a:spAutoFit/>
          </a:bodyPr>
          <a:lstStyle/>
          <a:p>
            <a:pPr marL="11497">
              <a:spcBef>
                <a:spcPts val="91"/>
              </a:spcBef>
            </a:pPr>
            <a:r>
              <a:rPr sz="6600" b="1" spc="63">
                <a:solidFill>
                  <a:srgbClr val="FFFFFF"/>
                </a:solidFill>
                <a:latin typeface="Barlow-Black"/>
                <a:cs typeface="Barlow-Black"/>
              </a:rPr>
              <a:t>Thank</a:t>
            </a:r>
            <a:r>
              <a:rPr lang="fr-FR" sz="6600" b="1" spc="63">
                <a:solidFill>
                  <a:srgbClr val="FFFFFF"/>
                </a:solidFill>
                <a:latin typeface="Barlow-Black"/>
                <a:cs typeface="Barlow-Black"/>
              </a:rPr>
              <a:t>s</a:t>
            </a:r>
            <a:r>
              <a:rPr sz="6600" b="1" spc="36">
                <a:solidFill>
                  <a:srgbClr val="FFFFFF"/>
                </a:solidFill>
                <a:latin typeface="Barlow-Black"/>
                <a:cs typeface="Barlow-Black"/>
              </a:rPr>
              <a:t>!</a:t>
            </a:r>
            <a:endParaRPr sz="6600">
              <a:latin typeface="Barlow-Black"/>
              <a:cs typeface="Barlow-Blac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1C7CC9-1271-E64E-B9EA-5AE942D3E54F}"/>
              </a:ext>
            </a:extLst>
          </p:cNvPr>
          <p:cNvSpPr/>
          <p:nvPr userDrawn="1"/>
        </p:nvSpPr>
        <p:spPr>
          <a:xfrm>
            <a:off x="7087021" y="1675267"/>
            <a:ext cx="3292917" cy="3399468"/>
          </a:xfrm>
          <a:prstGeom prst="rect">
            <a:avLst/>
          </a:prstGeom>
          <a:solidFill>
            <a:srgbClr val="CDD5E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A2EEF5C4-E6A5-69F0-4E92-D5581CB74B48}"/>
              </a:ext>
            </a:extLst>
          </p:cNvPr>
          <p:cNvSpPr txBox="1"/>
          <p:nvPr userDrawn="1"/>
        </p:nvSpPr>
        <p:spPr>
          <a:xfrm>
            <a:off x="7328542" y="3427932"/>
            <a:ext cx="2809875" cy="631228"/>
          </a:xfrm>
          <a:prstGeom prst="rect">
            <a:avLst/>
          </a:prstGeom>
        </p:spPr>
        <p:txBody>
          <a:bodyPr vert="horz" wrap="square" lIns="0" tIns="15523" rIns="0" bIns="0" rtlCol="0">
            <a:spAutoFit/>
          </a:bodyPr>
          <a:lstStyle/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DO YOU HAVE</a:t>
            </a:r>
          </a:p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ANY</a:t>
            </a:r>
            <a:r>
              <a:rPr lang="en-US" sz="2000" spc="-14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 </a:t>
            </a:r>
            <a:r>
              <a:rPr lang="en-US" sz="2000" spc="9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QUESTIONS?</a:t>
            </a:r>
            <a:endParaRPr lang="en-US" sz="2000">
              <a:solidFill>
                <a:schemeClr val="tx2">
                  <a:lumMod val="75000"/>
                </a:schemeClr>
              </a:solidFill>
              <a:latin typeface="Barlow-SemiBold"/>
              <a:cs typeface="Barlow-SemiBold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CABB9CF-C3D8-44FE-4251-82F7DCFF58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8509" y="1232097"/>
            <a:ext cx="3549940" cy="1983559"/>
          </a:xfrm>
          <a:prstGeom prst="rect">
            <a:avLst/>
          </a:prstGeom>
        </p:spPr>
      </p:pic>
      <p:sp>
        <p:nvSpPr>
          <p:cNvPr id="13" name="Titre 3">
            <a:extLst>
              <a:ext uri="{FF2B5EF4-FFF2-40B4-BE49-F238E27FC236}">
                <a16:creationId xmlns:a16="http://schemas.microsoft.com/office/drawing/2014/main" id="{05AFC47B-E5A5-5763-E5B0-5B0B4765E19F}"/>
              </a:ext>
            </a:extLst>
          </p:cNvPr>
          <p:cNvSpPr txBox="1">
            <a:spLocks/>
          </p:cNvSpPr>
          <p:nvPr userDrawn="1"/>
        </p:nvSpPr>
        <p:spPr>
          <a:xfrm>
            <a:off x="7087021" y="2688603"/>
            <a:ext cx="3292917" cy="760775"/>
          </a:xfrm>
          <a:prstGeom prst="rect">
            <a:avLst/>
          </a:prstGeom>
        </p:spPr>
        <p:txBody>
          <a:bodyPr vert="horz" lIns="9144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00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Satellite IoT </a:t>
            </a:r>
            <a:r>
              <a:rPr lang="fr-FR" sz="200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Operator</a:t>
            </a:r>
            <a:endParaRPr lang="fr-FR" sz="2000">
              <a:gradFill>
                <a:gsLst>
                  <a:gs pos="38000">
                    <a:srgbClr val="E93676"/>
                  </a:gs>
                  <a:gs pos="100000">
                    <a:srgbClr val="FFC000"/>
                  </a:gs>
                </a:gsLst>
                <a:lin ang="21540000" scaled="0"/>
              </a:gradFill>
              <a:latin typeface="Barlow"/>
              <a:ea typeface="+mn-ea"/>
              <a:cs typeface="+mn-c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DFB81F9-2A66-CA81-4056-27F9B403DD48}"/>
              </a:ext>
            </a:extLst>
          </p:cNvPr>
          <p:cNvSpPr txBox="1"/>
          <p:nvPr userDrawn="1"/>
        </p:nvSpPr>
        <p:spPr>
          <a:xfrm>
            <a:off x="7877033" y="4022588"/>
            <a:ext cx="1712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hlinkClick r:id="rId5"/>
              </a:rPr>
              <a:t>info@kineis.com</a:t>
            </a:r>
            <a:endParaRPr lang="fr-FR" sz="1200">
              <a:solidFill>
                <a:schemeClr val="tx2">
                  <a:lumMod val="75000"/>
                </a:schemeClr>
              </a:solidFill>
              <a:latin typeface="Barlow" panose="00000500000000000000" pitchFamily="2" charset="0"/>
            </a:endParaRPr>
          </a:p>
          <a:p>
            <a:pPr algn="ctr"/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+33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(0)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5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61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39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47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00</a:t>
            </a:r>
            <a:endParaRPr lang="fr-FR" sz="1200">
              <a:solidFill>
                <a:schemeClr val="tx2">
                  <a:lumMod val="75000"/>
                </a:schemeClr>
              </a:solidFill>
              <a:latin typeface="Barlow" panose="00000500000000000000" pitchFamily="2" charset="0"/>
              <a:cs typeface="Barlow-Medium"/>
            </a:endParaRPr>
          </a:p>
        </p:txBody>
      </p:sp>
      <p:pic>
        <p:nvPicPr>
          <p:cNvPr id="15" name="Image 14">
            <a:hlinkClick r:id="rId6"/>
            <a:extLst>
              <a:ext uri="{FF2B5EF4-FFF2-40B4-BE49-F238E27FC236}">
                <a16:creationId xmlns:a16="http://schemas.microsoft.com/office/drawing/2014/main" id="{F0F596C3-AE82-35C0-3B6C-2E343193937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4251" y="4510432"/>
            <a:ext cx="360000" cy="360000"/>
          </a:xfrm>
          <a:prstGeom prst="rect">
            <a:avLst/>
          </a:prstGeom>
        </p:spPr>
      </p:pic>
      <p:pic>
        <p:nvPicPr>
          <p:cNvPr id="16" name="Image 15">
            <a:hlinkClick r:id="rId8"/>
            <a:extLst>
              <a:ext uri="{FF2B5EF4-FFF2-40B4-BE49-F238E27FC236}">
                <a16:creationId xmlns:a16="http://schemas.microsoft.com/office/drawing/2014/main" id="{3E4DD36C-9FA3-2AF3-77C0-3AEF186F193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051428" y="4510432"/>
            <a:ext cx="360000" cy="360000"/>
          </a:xfrm>
          <a:prstGeom prst="rect">
            <a:avLst/>
          </a:prstGeom>
        </p:spPr>
      </p:pic>
      <p:pic>
        <p:nvPicPr>
          <p:cNvPr id="17" name="Image 16">
            <a:hlinkClick r:id="rId10"/>
            <a:extLst>
              <a:ext uri="{FF2B5EF4-FFF2-40B4-BE49-F238E27FC236}">
                <a16:creationId xmlns:a16="http://schemas.microsoft.com/office/drawing/2014/main" id="{1ED2C42C-748F-A301-5094-37CB1167CC0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535016" y="4510432"/>
            <a:ext cx="360000" cy="360000"/>
          </a:xfrm>
          <a:prstGeom prst="rect">
            <a:avLst/>
          </a:prstGeom>
        </p:spPr>
      </p:pic>
      <p:pic>
        <p:nvPicPr>
          <p:cNvPr id="18" name="Image 17">
            <a:hlinkClick r:id="rId12"/>
            <a:extLst>
              <a:ext uri="{FF2B5EF4-FFF2-40B4-BE49-F238E27FC236}">
                <a16:creationId xmlns:a16="http://schemas.microsoft.com/office/drawing/2014/main" id="{3DFA0579-2E86-D72E-5776-D2DD22BB621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567840" y="4510432"/>
            <a:ext cx="360000" cy="360000"/>
          </a:xfrm>
          <a:prstGeom prst="rect">
            <a:avLst/>
          </a:prstGeom>
        </p:spPr>
      </p:pic>
      <p:pic>
        <p:nvPicPr>
          <p:cNvPr id="19" name="Image 18" descr="Une image contenant texte, clipart&#10;&#10;Description générée automatiquement">
            <a:hlinkClick r:id="rId14"/>
            <a:extLst>
              <a:ext uri="{FF2B5EF4-FFF2-40B4-BE49-F238E27FC236}">
                <a16:creationId xmlns:a16="http://schemas.microsoft.com/office/drawing/2014/main" id="{7B995306-1517-B713-B2B3-A3C6F393C841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292" y="4510210"/>
            <a:ext cx="360222" cy="36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7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es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2">
            <a:extLst>
              <a:ext uri="{FF2B5EF4-FFF2-40B4-BE49-F238E27FC236}">
                <a16:creationId xmlns:a16="http://schemas.microsoft.com/office/drawing/2014/main" id="{7E04ED4B-981C-8B6A-9E34-01C732235E7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600" y="1"/>
            <a:ext cx="12195296" cy="6857999"/>
          </a:xfrm>
          <a:prstGeom prst="rect">
            <a:avLst/>
          </a:prstGeom>
        </p:spPr>
      </p:pic>
      <p:pic>
        <p:nvPicPr>
          <p:cNvPr id="14" name="object 3">
            <a:extLst>
              <a:ext uri="{FF2B5EF4-FFF2-40B4-BE49-F238E27FC236}">
                <a16:creationId xmlns:a16="http://schemas.microsoft.com/office/drawing/2014/main" id="{D054FE00-4A55-41E2-B4B7-E6605277F4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6838" y="-471410"/>
            <a:ext cx="7422889" cy="822955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CF65A18-A28F-B156-A65E-133AD8C7129B}"/>
              </a:ext>
            </a:extLst>
          </p:cNvPr>
          <p:cNvSpPr/>
          <p:nvPr userDrawn="1"/>
        </p:nvSpPr>
        <p:spPr>
          <a:xfrm>
            <a:off x="448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809D641B-BFCE-E473-AE80-EB95F8FCFE29}"/>
              </a:ext>
            </a:extLst>
          </p:cNvPr>
          <p:cNvSpPr txBox="1"/>
          <p:nvPr userDrawn="1"/>
        </p:nvSpPr>
        <p:spPr>
          <a:xfrm>
            <a:off x="666750" y="4918652"/>
            <a:ext cx="3790856" cy="1027273"/>
          </a:xfrm>
          <a:prstGeom prst="rect">
            <a:avLst/>
          </a:prstGeom>
        </p:spPr>
        <p:txBody>
          <a:bodyPr vert="horz" wrap="square" lIns="0" tIns="11498" rIns="0" bIns="0" rtlCol="0">
            <a:spAutoFit/>
          </a:bodyPr>
          <a:lstStyle/>
          <a:p>
            <a:pPr marL="11497">
              <a:spcBef>
                <a:spcPts val="91"/>
              </a:spcBef>
            </a:pPr>
            <a:r>
              <a:rPr sz="6600" b="1" spc="63">
                <a:solidFill>
                  <a:srgbClr val="FFFFFF"/>
                </a:solidFill>
                <a:latin typeface="Barlow-Black"/>
                <a:cs typeface="Barlow-Black"/>
              </a:rPr>
              <a:t>Thank</a:t>
            </a:r>
            <a:r>
              <a:rPr lang="fr-FR" sz="6600" b="1" spc="63">
                <a:solidFill>
                  <a:srgbClr val="FFFFFF"/>
                </a:solidFill>
                <a:latin typeface="Barlow-Black"/>
                <a:cs typeface="Barlow-Black"/>
              </a:rPr>
              <a:t>s</a:t>
            </a:r>
            <a:r>
              <a:rPr sz="6600" b="1" spc="36">
                <a:solidFill>
                  <a:srgbClr val="FFFFFF"/>
                </a:solidFill>
                <a:latin typeface="Barlow-Black"/>
                <a:cs typeface="Barlow-Black"/>
              </a:rPr>
              <a:t>!</a:t>
            </a:r>
            <a:endParaRPr sz="6600">
              <a:latin typeface="Barlow-Black"/>
              <a:cs typeface="Barlow-Black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C2A6D1-3242-842F-E99A-34FB1C97A05F}"/>
              </a:ext>
            </a:extLst>
          </p:cNvPr>
          <p:cNvSpPr/>
          <p:nvPr userDrawn="1"/>
        </p:nvSpPr>
        <p:spPr>
          <a:xfrm>
            <a:off x="7087021" y="1675267"/>
            <a:ext cx="3292917" cy="3399468"/>
          </a:xfrm>
          <a:prstGeom prst="rect">
            <a:avLst/>
          </a:prstGeom>
          <a:solidFill>
            <a:srgbClr val="CDD5E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B0D0A045-A139-E62D-BEE8-9E406A01738B}"/>
              </a:ext>
            </a:extLst>
          </p:cNvPr>
          <p:cNvSpPr txBox="1"/>
          <p:nvPr userDrawn="1"/>
        </p:nvSpPr>
        <p:spPr>
          <a:xfrm>
            <a:off x="7328542" y="3427932"/>
            <a:ext cx="2809875" cy="631228"/>
          </a:xfrm>
          <a:prstGeom prst="rect">
            <a:avLst/>
          </a:prstGeom>
        </p:spPr>
        <p:txBody>
          <a:bodyPr vert="horz" wrap="square" lIns="0" tIns="15523" rIns="0" bIns="0" rtlCol="0">
            <a:spAutoFit/>
          </a:bodyPr>
          <a:lstStyle/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DO YOU HAVE</a:t>
            </a:r>
          </a:p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ANY</a:t>
            </a:r>
            <a:r>
              <a:rPr lang="en-US" sz="2000" spc="-14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 </a:t>
            </a:r>
            <a:r>
              <a:rPr lang="en-US" sz="2000" spc="9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QUESTIONS?</a:t>
            </a:r>
            <a:endParaRPr lang="en-US" sz="2000">
              <a:solidFill>
                <a:schemeClr val="tx2">
                  <a:lumMod val="75000"/>
                </a:schemeClr>
              </a:solidFill>
              <a:latin typeface="Barlow-SemiBold"/>
              <a:cs typeface="Barlow-SemiBold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F8802FB-C840-6AE0-7175-EBE45C513F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8509" y="1232097"/>
            <a:ext cx="3549940" cy="1983559"/>
          </a:xfrm>
          <a:prstGeom prst="rect">
            <a:avLst/>
          </a:prstGeom>
        </p:spPr>
      </p:pic>
      <p:sp>
        <p:nvSpPr>
          <p:cNvPr id="20" name="Titre 3">
            <a:extLst>
              <a:ext uri="{FF2B5EF4-FFF2-40B4-BE49-F238E27FC236}">
                <a16:creationId xmlns:a16="http://schemas.microsoft.com/office/drawing/2014/main" id="{2C01166E-28D6-553C-F49A-A2658ADAD595}"/>
              </a:ext>
            </a:extLst>
          </p:cNvPr>
          <p:cNvSpPr txBox="1">
            <a:spLocks/>
          </p:cNvSpPr>
          <p:nvPr userDrawn="1"/>
        </p:nvSpPr>
        <p:spPr>
          <a:xfrm>
            <a:off x="7087021" y="2688603"/>
            <a:ext cx="3292917" cy="760775"/>
          </a:xfrm>
          <a:prstGeom prst="rect">
            <a:avLst/>
          </a:prstGeom>
        </p:spPr>
        <p:txBody>
          <a:bodyPr vert="horz" lIns="9144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00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Satellite IoT </a:t>
            </a:r>
            <a:r>
              <a:rPr lang="fr-FR" sz="200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Operator</a:t>
            </a:r>
            <a:endParaRPr lang="fr-FR" sz="2000">
              <a:gradFill>
                <a:gsLst>
                  <a:gs pos="38000">
                    <a:srgbClr val="E93676"/>
                  </a:gs>
                  <a:gs pos="100000">
                    <a:srgbClr val="FFC000"/>
                  </a:gs>
                </a:gsLst>
                <a:lin ang="21540000" scaled="0"/>
              </a:gradFill>
              <a:latin typeface="Barlow"/>
              <a:ea typeface="+mn-ea"/>
              <a:cs typeface="+mn-cs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04B0ED2-2516-1BC5-39CD-4DFE82BB1280}"/>
              </a:ext>
            </a:extLst>
          </p:cNvPr>
          <p:cNvSpPr txBox="1"/>
          <p:nvPr userDrawn="1"/>
        </p:nvSpPr>
        <p:spPr>
          <a:xfrm>
            <a:off x="7877033" y="4022588"/>
            <a:ext cx="1712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hlinkClick r:id="rId5"/>
              </a:rPr>
              <a:t>sales@kineis.com</a:t>
            </a:r>
            <a:endParaRPr lang="fr-FR" sz="1200">
              <a:solidFill>
                <a:schemeClr val="tx2">
                  <a:lumMod val="75000"/>
                </a:schemeClr>
              </a:solidFill>
              <a:latin typeface="Barlow" panose="00000500000000000000" pitchFamily="2" charset="0"/>
            </a:endParaRPr>
          </a:p>
          <a:p>
            <a:pPr algn="ctr"/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+33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(0)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5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61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39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47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00</a:t>
            </a:r>
            <a:endParaRPr lang="fr-FR" sz="1200">
              <a:solidFill>
                <a:schemeClr val="tx2">
                  <a:lumMod val="75000"/>
                </a:schemeClr>
              </a:solidFill>
              <a:latin typeface="Barlow" panose="00000500000000000000" pitchFamily="2" charset="0"/>
              <a:cs typeface="Barlow-Medium"/>
            </a:endParaRPr>
          </a:p>
        </p:txBody>
      </p:sp>
      <p:pic>
        <p:nvPicPr>
          <p:cNvPr id="22" name="Image 21">
            <a:hlinkClick r:id="rId6"/>
            <a:extLst>
              <a:ext uri="{FF2B5EF4-FFF2-40B4-BE49-F238E27FC236}">
                <a16:creationId xmlns:a16="http://schemas.microsoft.com/office/drawing/2014/main" id="{F98CCC9B-E95D-0AB3-3EE9-31AC47BE0CD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4251" y="4510432"/>
            <a:ext cx="360000" cy="360000"/>
          </a:xfrm>
          <a:prstGeom prst="rect">
            <a:avLst/>
          </a:prstGeom>
        </p:spPr>
      </p:pic>
      <p:pic>
        <p:nvPicPr>
          <p:cNvPr id="23" name="Image 22">
            <a:hlinkClick r:id="rId8"/>
            <a:extLst>
              <a:ext uri="{FF2B5EF4-FFF2-40B4-BE49-F238E27FC236}">
                <a16:creationId xmlns:a16="http://schemas.microsoft.com/office/drawing/2014/main" id="{7607D8A3-A2B3-7BB1-B51C-CB3831334BE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051428" y="4510432"/>
            <a:ext cx="360000" cy="360000"/>
          </a:xfrm>
          <a:prstGeom prst="rect">
            <a:avLst/>
          </a:prstGeom>
        </p:spPr>
      </p:pic>
      <p:pic>
        <p:nvPicPr>
          <p:cNvPr id="24" name="Image 23">
            <a:hlinkClick r:id="rId10"/>
            <a:extLst>
              <a:ext uri="{FF2B5EF4-FFF2-40B4-BE49-F238E27FC236}">
                <a16:creationId xmlns:a16="http://schemas.microsoft.com/office/drawing/2014/main" id="{C9DF2422-89C0-C111-E28A-9A13BAF51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535016" y="4510432"/>
            <a:ext cx="360000" cy="360000"/>
          </a:xfrm>
          <a:prstGeom prst="rect">
            <a:avLst/>
          </a:prstGeom>
        </p:spPr>
      </p:pic>
      <p:pic>
        <p:nvPicPr>
          <p:cNvPr id="25" name="Image 24">
            <a:hlinkClick r:id="rId12"/>
            <a:extLst>
              <a:ext uri="{FF2B5EF4-FFF2-40B4-BE49-F238E27FC236}">
                <a16:creationId xmlns:a16="http://schemas.microsoft.com/office/drawing/2014/main" id="{F52B3123-1672-3172-6E9A-63416285F68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567840" y="4510432"/>
            <a:ext cx="360000" cy="360000"/>
          </a:xfrm>
          <a:prstGeom prst="rect">
            <a:avLst/>
          </a:prstGeom>
        </p:spPr>
      </p:pic>
      <p:pic>
        <p:nvPicPr>
          <p:cNvPr id="26" name="Image 25" descr="Une image contenant texte, clipart&#10;&#10;Description générée automatiquement">
            <a:hlinkClick r:id="rId14"/>
            <a:extLst>
              <a:ext uri="{FF2B5EF4-FFF2-40B4-BE49-F238E27FC236}">
                <a16:creationId xmlns:a16="http://schemas.microsoft.com/office/drawing/2014/main" id="{9F72A670-5D48-82F2-703D-D078B8D36202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292" y="4510210"/>
            <a:ext cx="360222" cy="36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5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4">
            <a:extLst>
              <a:ext uri="{FF2B5EF4-FFF2-40B4-BE49-F238E27FC236}">
                <a16:creationId xmlns:a16="http://schemas.microsoft.com/office/drawing/2014/main" id="{B389B939-4FA6-AB8D-78D6-B506FCE61575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6139444"/>
            <a:ext cx="12193200" cy="72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3085F8-1219-26BE-7C9D-A252CAEE1F51}"/>
              </a:ext>
            </a:extLst>
          </p:cNvPr>
          <p:cNvSpPr/>
          <p:nvPr userDrawn="1"/>
        </p:nvSpPr>
        <p:spPr>
          <a:xfrm>
            <a:off x="-1200" y="6753454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06EF0CA-C034-DC0B-3765-E1064B398B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499EF74-D7F2-B47B-F9BF-B8EA6AB95B4A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D588D167-64E1-3D43-5F4B-22F30A4CC5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66385" y="6257974"/>
            <a:ext cx="265953" cy="399650"/>
            <a:chOff x="12301098" y="6690719"/>
            <a:chExt cx="430332" cy="646665"/>
          </a:xfrm>
        </p:grpSpPr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FF2AAE5E-00FE-5F3B-7FD5-ADCA8DC2CCB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4" name="object 6">
              <a:extLst>
                <a:ext uri="{FF2B5EF4-FFF2-40B4-BE49-F238E27FC236}">
                  <a16:creationId xmlns:a16="http://schemas.microsoft.com/office/drawing/2014/main" id="{C65A51DC-39E2-6B42-0C1E-F1E18C653DE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5" name="object 7">
              <a:extLst>
                <a:ext uri="{FF2B5EF4-FFF2-40B4-BE49-F238E27FC236}">
                  <a16:creationId xmlns:a16="http://schemas.microsoft.com/office/drawing/2014/main" id="{BD1E138A-0F30-6674-2C2C-062237522AC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6" name="Espace réservé du numéro de diapositive 3">
            <a:extLst>
              <a:ext uri="{FF2B5EF4-FFF2-40B4-BE49-F238E27FC236}">
                <a16:creationId xmlns:a16="http://schemas.microsoft.com/office/drawing/2014/main" id="{BE92CD6F-79EE-139C-F41A-5CE1AE5C82C9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‹N°›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427819-853B-E30F-7978-065F3DE6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10515600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4E897EF-917F-58BD-8D9F-5FF5E73BC8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2771" y="824403"/>
            <a:ext cx="11057709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0BF872CD-93D4-92CD-1487-5F464382B2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78D1583F-E790-42E1-B8D0-AD196557F98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5938" y="2297113"/>
            <a:ext cx="11057709" cy="3553632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Barlow" panose="00000500000000000000" pitchFamily="2" charset="0"/>
              </a:defRPr>
            </a:lvl1pPr>
            <a:lvl2pPr>
              <a:defRPr sz="1400">
                <a:latin typeface="Barlow" panose="00000500000000000000" pitchFamily="2" charset="0"/>
              </a:defRPr>
            </a:lvl2pPr>
            <a:lvl3pPr>
              <a:defRPr sz="1400">
                <a:latin typeface="Barlow" panose="00000500000000000000" pitchFamily="2" charset="0"/>
              </a:defRPr>
            </a:lvl3pPr>
            <a:lvl4pPr>
              <a:defRPr sz="1400">
                <a:latin typeface="Barlow" panose="00000500000000000000" pitchFamily="2" charset="0"/>
              </a:defRPr>
            </a:lvl4pPr>
            <a:lvl5pPr>
              <a:defRPr sz="1400">
                <a:latin typeface="Barlow" panose="000005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220649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459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501CAB5D-EA2A-393E-3FAD-29EBF03B2C2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8521" y="-1001"/>
            <a:ext cx="12195296" cy="6859001"/>
          </a:xfrm>
          <a:prstGeom prst="rect">
            <a:avLst/>
          </a:prstGeom>
        </p:spPr>
      </p:pic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139B610-5C46-34B3-3BFB-51EE44A4D921}"/>
              </a:ext>
            </a:extLst>
          </p:cNvPr>
          <p:cNvSpPr txBox="1">
            <a:spLocks/>
          </p:cNvSpPr>
          <p:nvPr userDrawn="1"/>
        </p:nvSpPr>
        <p:spPr>
          <a:xfrm>
            <a:off x="9323228" y="6337017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‹N°›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95D5BEC-3EEA-00D1-8067-8CC15C2E4E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25" y="6041043"/>
            <a:ext cx="1613738" cy="901690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B54F47E-8AF1-17DF-7963-5039FC8A8839}"/>
              </a:ext>
            </a:extLst>
          </p:cNvPr>
          <p:cNvCxnSpPr/>
          <p:nvPr userDrawn="1"/>
        </p:nvCxnSpPr>
        <p:spPr>
          <a:xfrm>
            <a:off x="1618963" y="6315452"/>
            <a:ext cx="0" cy="36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AAA5B4B-1E4E-2B86-4376-EADAB7923E5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56277" y="6314122"/>
            <a:ext cx="265953" cy="399650"/>
            <a:chOff x="12301098" y="6690719"/>
            <a:chExt cx="430332" cy="646665"/>
          </a:xfrm>
        </p:grpSpPr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D612E54C-1243-9591-1CA1-9C282AA75B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A4258104-35AC-02BA-E746-51596AFADFD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BE11194D-E1B7-75F5-6D78-06995AB05F0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25818A3-110F-B8B9-9E56-DF1A8D415F87}"/>
              </a:ext>
            </a:extLst>
          </p:cNvPr>
          <p:cNvSpPr/>
          <p:nvPr userDrawn="1"/>
        </p:nvSpPr>
        <p:spPr>
          <a:xfrm>
            <a:off x="-1200" y="6753454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F4C0A-F082-DDE4-5B94-0C0C934231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29589" y="1871663"/>
            <a:ext cx="7567864" cy="657225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fr-FR" sz="3200" kern="1200" dirty="0">
                <a:solidFill>
                  <a:srgbClr val="8497B0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A96AA6-B6BC-14D1-01B3-78A294EBF8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235" y="2882900"/>
            <a:ext cx="11187042" cy="762000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 smtClean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  <a:lvl2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 smtClean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2pPr>
            <a:lvl3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 smtClean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3pPr>
            <a:lvl4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 smtClean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4pPr>
            <a:lvl5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151C272D-A951-4EA2-D4E4-FB98D456ED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88208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3" userDrawn="1">
          <p15:clr>
            <a:srgbClr val="FBAE40"/>
          </p15:clr>
        </p15:guide>
        <p15:guide id="2" orient="horz" pos="229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77489E1D-0867-E142-9125-E6DF738812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227" b="21195"/>
          <a:stretch/>
        </p:blipFill>
        <p:spPr>
          <a:xfrm>
            <a:off x="-1200" y="28118"/>
            <a:ext cx="4822322" cy="6820444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EA55F9DD-3F75-EB4F-B1CC-5D4316B5E3B2}"/>
              </a:ext>
            </a:extLst>
          </p:cNvPr>
          <p:cNvPicPr/>
          <p:nvPr userDrawn="1"/>
        </p:nvPicPr>
        <p:blipFill rotWithShape="1">
          <a:blip r:embed="rId4" cstate="print"/>
          <a:srcRect r="29184"/>
          <a:stretch/>
        </p:blipFill>
        <p:spPr>
          <a:xfrm>
            <a:off x="0" y="6139444"/>
            <a:ext cx="12193200" cy="720000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A55A7AFA-712F-73B2-43DA-B6BFF7D03BC1}"/>
              </a:ext>
            </a:extLst>
          </p:cNvPr>
          <p:cNvGrpSpPr/>
          <p:nvPr userDrawn="1"/>
        </p:nvGrpSpPr>
        <p:grpSpPr>
          <a:xfrm>
            <a:off x="2732544" y="-5838"/>
            <a:ext cx="9459456" cy="6854400"/>
            <a:chOff x="2736548" y="7332"/>
            <a:chExt cx="9459456" cy="6854400"/>
          </a:xfrm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4918AD9-568E-EB36-C097-3463CD5B6A7A}"/>
                </a:ext>
              </a:extLst>
            </p:cNvPr>
            <p:cNvSpPr/>
            <p:nvPr/>
          </p:nvSpPr>
          <p:spPr>
            <a:xfrm>
              <a:off x="3226585" y="7332"/>
              <a:ext cx="8969419" cy="6854400"/>
            </a:xfrm>
            <a:custGeom>
              <a:avLst/>
              <a:gdLst>
                <a:gd name="connsiteX0" fmla="*/ 4543174 w 8969419"/>
                <a:gd name="connsiteY0" fmla="*/ 0 h 6854400"/>
                <a:gd name="connsiteX1" fmla="*/ 4543174 w 8969419"/>
                <a:gd name="connsiteY1" fmla="*/ 2012 h 6854400"/>
                <a:gd name="connsiteX2" fmla="*/ 7362381 w 8969419"/>
                <a:gd name="connsiteY2" fmla="*/ 2012 h 6854400"/>
                <a:gd name="connsiteX3" fmla="*/ 7362381 w 8969419"/>
                <a:gd name="connsiteY3" fmla="*/ 0 h 6854400"/>
                <a:gd name="connsiteX4" fmla="*/ 8969419 w 8969419"/>
                <a:gd name="connsiteY4" fmla="*/ 0 h 6854400"/>
                <a:gd name="connsiteX5" fmla="*/ 8969419 w 8969419"/>
                <a:gd name="connsiteY5" fmla="*/ 6854400 h 6854400"/>
                <a:gd name="connsiteX6" fmla="*/ 7362381 w 8969419"/>
                <a:gd name="connsiteY6" fmla="*/ 6854400 h 6854400"/>
                <a:gd name="connsiteX7" fmla="*/ 7362381 w 8969419"/>
                <a:gd name="connsiteY7" fmla="*/ 6853734 h 6854400"/>
                <a:gd name="connsiteX8" fmla="*/ 4543174 w 8969419"/>
                <a:gd name="connsiteY8" fmla="*/ 6853734 h 6854400"/>
                <a:gd name="connsiteX9" fmla="*/ 4543174 w 8969419"/>
                <a:gd name="connsiteY9" fmla="*/ 6839131 h 6854400"/>
                <a:gd name="connsiteX10" fmla="*/ 0 w 8969419"/>
                <a:gd name="connsiteY10" fmla="*/ 3787085 h 6854400"/>
                <a:gd name="connsiteX11" fmla="*/ 0 w 8969419"/>
                <a:gd name="connsiteY11" fmla="*/ 3052047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69419" h="6854400">
                  <a:moveTo>
                    <a:pt x="4543174" y="0"/>
                  </a:moveTo>
                  <a:lnTo>
                    <a:pt x="4543174" y="2012"/>
                  </a:lnTo>
                  <a:lnTo>
                    <a:pt x="7362381" y="2012"/>
                  </a:lnTo>
                  <a:lnTo>
                    <a:pt x="7362381" y="0"/>
                  </a:lnTo>
                  <a:lnTo>
                    <a:pt x="8969419" y="0"/>
                  </a:lnTo>
                  <a:lnTo>
                    <a:pt x="8969419" y="6854400"/>
                  </a:lnTo>
                  <a:lnTo>
                    <a:pt x="7362381" y="6854400"/>
                  </a:lnTo>
                  <a:lnTo>
                    <a:pt x="7362381" y="6853734"/>
                  </a:lnTo>
                  <a:lnTo>
                    <a:pt x="4543174" y="6853734"/>
                  </a:lnTo>
                  <a:lnTo>
                    <a:pt x="4543174" y="6839131"/>
                  </a:lnTo>
                  <a:lnTo>
                    <a:pt x="0" y="3787085"/>
                  </a:lnTo>
                  <a:lnTo>
                    <a:pt x="0" y="3052047"/>
                  </a:lnTo>
                  <a:close/>
                </a:path>
              </a:pathLst>
            </a:cu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3C31CD67-4FFB-CA8D-502B-7819CD2C2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548" y="2192388"/>
              <a:ext cx="1834717" cy="2605018"/>
            </a:xfrm>
            <a:prstGeom prst="rect">
              <a:avLst/>
            </a:prstGeom>
          </p:spPr>
        </p:pic>
      </p:grpSp>
      <p:sp>
        <p:nvSpPr>
          <p:cNvPr id="10" name="Titre 3">
            <a:extLst>
              <a:ext uri="{FF2B5EF4-FFF2-40B4-BE49-F238E27FC236}">
                <a16:creationId xmlns:a16="http://schemas.microsoft.com/office/drawing/2014/main" id="{B13C03EC-8016-CFB7-D059-04649FF5664F}"/>
              </a:ext>
            </a:extLst>
          </p:cNvPr>
          <p:cNvSpPr txBox="1">
            <a:spLocks/>
          </p:cNvSpPr>
          <p:nvPr userDrawn="1"/>
        </p:nvSpPr>
        <p:spPr>
          <a:xfrm>
            <a:off x="415846" y="139403"/>
            <a:ext cx="3223896" cy="760775"/>
          </a:xfrm>
          <a:prstGeom prst="rect">
            <a:avLst/>
          </a:prstGeom>
        </p:spPr>
        <p:txBody>
          <a:bodyPr vert="horz" lIns="91440" tIns="45720" rIns="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>
                <a:solidFill>
                  <a:schemeClr val="tx2">
                    <a:lumMod val="60000"/>
                    <a:lumOff val="40000"/>
                  </a:schemeClr>
                </a:solidFill>
                <a:latin typeface="Barlow"/>
                <a:ea typeface="+mn-ea"/>
                <a:cs typeface="+mn-cs"/>
              </a:rPr>
              <a:t>SUMMARY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1D1C60-F2DA-1911-ECCF-2FD583FA6539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35C3305-5858-09FB-E852-E86EEFE8298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0A9E64DF-E492-4931-902D-57CA0191F8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66385" y="6257974"/>
            <a:ext cx="265953" cy="399650"/>
            <a:chOff x="12301098" y="6690719"/>
            <a:chExt cx="430332" cy="646665"/>
          </a:xfrm>
        </p:grpSpPr>
        <p:pic>
          <p:nvPicPr>
            <p:cNvPr id="15" name="object 5">
              <a:extLst>
                <a:ext uri="{FF2B5EF4-FFF2-40B4-BE49-F238E27FC236}">
                  <a16:creationId xmlns:a16="http://schemas.microsoft.com/office/drawing/2014/main" id="{5CDA718E-2AAA-632A-EEB5-1A92C6BF8B6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6" name="object 6">
              <a:extLst>
                <a:ext uri="{FF2B5EF4-FFF2-40B4-BE49-F238E27FC236}">
                  <a16:creationId xmlns:a16="http://schemas.microsoft.com/office/drawing/2014/main" id="{95DAA25B-938B-D708-F176-C26947CA1FF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7" name="object 7">
              <a:extLst>
                <a:ext uri="{FF2B5EF4-FFF2-40B4-BE49-F238E27FC236}">
                  <a16:creationId xmlns:a16="http://schemas.microsoft.com/office/drawing/2014/main" id="{7E7C13C5-9FBD-32AF-49D7-58AAFB794B41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AF197986-40A1-19C8-1747-B12A71EE88FD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‹N°›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FAE7ACD-4DA1-BFC7-CF1B-9B4C1954B0C4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AA5B5EC4-5B9D-97E8-9D7E-295856009A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61328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36D42FFB-C535-D8BF-7CB6-77A9BE11C365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6139444"/>
            <a:ext cx="7187608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1084456-2F81-18F6-0331-AF433741F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55BBAF3F-931F-1346-EC3F-8142CD18F333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52516FD-A586-CA7D-7812-2B76B547881E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0E3213F6-C37E-A870-BD1B-3A6B2CE751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7608" y="0"/>
            <a:ext cx="5004391" cy="676415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E511E3-4BAD-2C76-8540-66BB4D962D75}"/>
              </a:ext>
            </a:extLst>
          </p:cNvPr>
          <p:cNvSpPr/>
          <p:nvPr userDrawn="1"/>
        </p:nvSpPr>
        <p:spPr>
          <a:xfrm>
            <a:off x="-3653" y="6764152"/>
            <a:ext cx="12195653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sp>
        <p:nvSpPr>
          <p:cNvPr id="14" name="Titre 3">
            <a:extLst>
              <a:ext uri="{FF2B5EF4-FFF2-40B4-BE49-F238E27FC236}">
                <a16:creationId xmlns:a16="http://schemas.microsoft.com/office/drawing/2014/main" id="{4C89A35F-AC8C-ACB0-83B2-8FB3E529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6358976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E243E8A6-2146-4A9D-B9DB-D0579C2209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771" y="831517"/>
            <a:ext cx="6358976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19">
            <a:extLst>
              <a:ext uri="{FF2B5EF4-FFF2-40B4-BE49-F238E27FC236}">
                <a16:creationId xmlns:a16="http://schemas.microsoft.com/office/drawing/2014/main" id="{2B1875D9-74FB-2B82-0C1E-03759B9C69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E37D55C-437E-48A6-8DCC-6B037FAF4F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7213" y="1762124"/>
            <a:ext cx="6204534" cy="390254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Barlow" panose="00000500000000000000" pitchFamily="2" charset="0"/>
              </a:defRPr>
            </a:lvl1pPr>
            <a:lvl2pPr>
              <a:defRPr sz="1400">
                <a:latin typeface="Barlow" panose="00000500000000000000" pitchFamily="2" charset="0"/>
              </a:defRPr>
            </a:lvl2pPr>
            <a:lvl3pPr>
              <a:defRPr sz="1400">
                <a:latin typeface="Barlow" panose="00000500000000000000" pitchFamily="2" charset="0"/>
              </a:defRPr>
            </a:lvl3pPr>
            <a:lvl4pPr>
              <a:defRPr sz="1400">
                <a:latin typeface="Barlow" panose="00000500000000000000" pitchFamily="2" charset="0"/>
              </a:defRPr>
            </a:lvl4pPr>
            <a:lvl5pPr>
              <a:defRPr sz="1400">
                <a:latin typeface="Barlow" panose="000005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41326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g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4">
            <a:extLst>
              <a:ext uri="{FF2B5EF4-FFF2-40B4-BE49-F238E27FC236}">
                <a16:creationId xmlns:a16="http://schemas.microsoft.com/office/drawing/2014/main" id="{171D94DB-8F44-0260-7A70-E9D5DFE9569A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6139444"/>
            <a:ext cx="12193200" cy="720000"/>
          </a:xfrm>
          <a:prstGeom prst="rect">
            <a:avLst/>
          </a:prstGeom>
        </p:spPr>
      </p:pic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85D1D6D2-FF14-F42E-8FA5-D1C00BEBE9E8}"/>
              </a:ext>
            </a:extLst>
          </p:cNvPr>
          <p:cNvSpPr/>
          <p:nvPr userDrawn="1"/>
        </p:nvSpPr>
        <p:spPr>
          <a:xfrm>
            <a:off x="3226585" y="-3301"/>
            <a:ext cx="8969419" cy="6854400"/>
          </a:xfrm>
          <a:custGeom>
            <a:avLst/>
            <a:gdLst>
              <a:gd name="connsiteX0" fmla="*/ 4543174 w 8969419"/>
              <a:gd name="connsiteY0" fmla="*/ 0 h 6854400"/>
              <a:gd name="connsiteX1" fmla="*/ 4543174 w 8969419"/>
              <a:gd name="connsiteY1" fmla="*/ 2012 h 6854400"/>
              <a:gd name="connsiteX2" fmla="*/ 7362381 w 8969419"/>
              <a:gd name="connsiteY2" fmla="*/ 2012 h 6854400"/>
              <a:gd name="connsiteX3" fmla="*/ 7362381 w 8969419"/>
              <a:gd name="connsiteY3" fmla="*/ 0 h 6854400"/>
              <a:gd name="connsiteX4" fmla="*/ 8969419 w 8969419"/>
              <a:gd name="connsiteY4" fmla="*/ 0 h 6854400"/>
              <a:gd name="connsiteX5" fmla="*/ 8969419 w 8969419"/>
              <a:gd name="connsiteY5" fmla="*/ 6854400 h 6854400"/>
              <a:gd name="connsiteX6" fmla="*/ 7362381 w 8969419"/>
              <a:gd name="connsiteY6" fmla="*/ 6854400 h 6854400"/>
              <a:gd name="connsiteX7" fmla="*/ 7362381 w 8969419"/>
              <a:gd name="connsiteY7" fmla="*/ 6853734 h 6854400"/>
              <a:gd name="connsiteX8" fmla="*/ 4543174 w 8969419"/>
              <a:gd name="connsiteY8" fmla="*/ 6853734 h 6854400"/>
              <a:gd name="connsiteX9" fmla="*/ 4543174 w 8969419"/>
              <a:gd name="connsiteY9" fmla="*/ 6839131 h 6854400"/>
              <a:gd name="connsiteX10" fmla="*/ 0 w 8969419"/>
              <a:gd name="connsiteY10" fmla="*/ 3787085 h 6854400"/>
              <a:gd name="connsiteX11" fmla="*/ 0 w 8969419"/>
              <a:gd name="connsiteY11" fmla="*/ 3052047 h 685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969419" h="6854400">
                <a:moveTo>
                  <a:pt x="4543174" y="0"/>
                </a:moveTo>
                <a:lnTo>
                  <a:pt x="4543174" y="2012"/>
                </a:lnTo>
                <a:lnTo>
                  <a:pt x="7362381" y="2012"/>
                </a:lnTo>
                <a:lnTo>
                  <a:pt x="7362381" y="0"/>
                </a:lnTo>
                <a:lnTo>
                  <a:pt x="8969419" y="0"/>
                </a:lnTo>
                <a:lnTo>
                  <a:pt x="8969419" y="6854400"/>
                </a:lnTo>
                <a:lnTo>
                  <a:pt x="7362381" y="6854400"/>
                </a:lnTo>
                <a:lnTo>
                  <a:pt x="7362381" y="6853734"/>
                </a:lnTo>
                <a:lnTo>
                  <a:pt x="4543174" y="6853734"/>
                </a:lnTo>
                <a:lnTo>
                  <a:pt x="4543174" y="6839131"/>
                </a:lnTo>
                <a:lnTo>
                  <a:pt x="0" y="3787085"/>
                </a:lnTo>
                <a:lnTo>
                  <a:pt x="0" y="3052047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889957A-AE7E-31C7-ABC4-894B3B7952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708" y="2182390"/>
            <a:ext cx="1834717" cy="26050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D5BB37-A382-AB99-7E82-490990AF0304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8C2C874-9CB4-D806-3DCF-9961D88B51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F83F6417-3761-1F73-C4A7-1B433658CE7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66385" y="6257974"/>
            <a:ext cx="265953" cy="399650"/>
            <a:chOff x="12301098" y="6690719"/>
            <a:chExt cx="430332" cy="646665"/>
          </a:xfrm>
        </p:grpSpPr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F717EAA2-A7CD-C371-414A-C7C51B9119C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A796D849-CFF0-6588-181C-FF6AB991E64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4" name="object 7">
              <a:extLst>
                <a:ext uri="{FF2B5EF4-FFF2-40B4-BE49-F238E27FC236}">
                  <a16:creationId xmlns:a16="http://schemas.microsoft.com/office/drawing/2014/main" id="{736101DA-4CA3-53BC-4234-730223408EF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5" name="Espace réservé du numéro de diapositive 3">
            <a:extLst>
              <a:ext uri="{FF2B5EF4-FFF2-40B4-BE49-F238E27FC236}">
                <a16:creationId xmlns:a16="http://schemas.microsoft.com/office/drawing/2014/main" id="{405E96FD-4E75-7D83-6AC8-564852A10424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‹N°›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199712C-8807-1BBF-7FEE-B100A3513308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re 3">
            <a:extLst>
              <a:ext uri="{FF2B5EF4-FFF2-40B4-BE49-F238E27FC236}">
                <a16:creationId xmlns:a16="http://schemas.microsoft.com/office/drawing/2014/main" id="{5145871C-E946-4C70-750F-EA68CC4B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11263614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3FF0BDB9-4AD7-BA01-35BE-B7762F8C8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2771" y="831517"/>
            <a:ext cx="11263614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B6B09ACE-ED56-4DD5-4E8B-14300B06CB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87816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g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4">
            <a:extLst>
              <a:ext uri="{FF2B5EF4-FFF2-40B4-BE49-F238E27FC236}">
                <a16:creationId xmlns:a16="http://schemas.microsoft.com/office/drawing/2014/main" id="{91FC5E68-F31C-5E77-3C95-1A2A70A67EE7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6139444"/>
            <a:ext cx="12193200" cy="720000"/>
          </a:xfrm>
          <a:prstGeom prst="rect">
            <a:avLst/>
          </a:prstGeom>
        </p:spPr>
      </p:pic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352D9FBC-A47E-02FC-B04C-6C01A2F6F6CB}"/>
              </a:ext>
            </a:extLst>
          </p:cNvPr>
          <p:cNvSpPr/>
          <p:nvPr userDrawn="1"/>
        </p:nvSpPr>
        <p:spPr>
          <a:xfrm>
            <a:off x="902485" y="0"/>
            <a:ext cx="11289515" cy="6854400"/>
          </a:xfrm>
          <a:custGeom>
            <a:avLst/>
            <a:gdLst>
              <a:gd name="connsiteX0" fmla="*/ 4543174 w 11289515"/>
              <a:gd name="connsiteY0" fmla="*/ 0 h 6854400"/>
              <a:gd name="connsiteX1" fmla="*/ 4543174 w 11289515"/>
              <a:gd name="connsiteY1" fmla="*/ 2012 h 6854400"/>
              <a:gd name="connsiteX2" fmla="*/ 7362381 w 11289515"/>
              <a:gd name="connsiteY2" fmla="*/ 2012 h 6854400"/>
              <a:gd name="connsiteX3" fmla="*/ 7362381 w 11289515"/>
              <a:gd name="connsiteY3" fmla="*/ 0 h 6854400"/>
              <a:gd name="connsiteX4" fmla="*/ 11289515 w 11289515"/>
              <a:gd name="connsiteY4" fmla="*/ 0 h 6854400"/>
              <a:gd name="connsiteX5" fmla="*/ 11289515 w 11289515"/>
              <a:gd name="connsiteY5" fmla="*/ 6854400 h 6854400"/>
              <a:gd name="connsiteX6" fmla="*/ 7362381 w 11289515"/>
              <a:gd name="connsiteY6" fmla="*/ 6854400 h 6854400"/>
              <a:gd name="connsiteX7" fmla="*/ 7362381 w 11289515"/>
              <a:gd name="connsiteY7" fmla="*/ 6853734 h 6854400"/>
              <a:gd name="connsiteX8" fmla="*/ 4543174 w 11289515"/>
              <a:gd name="connsiteY8" fmla="*/ 6853734 h 6854400"/>
              <a:gd name="connsiteX9" fmla="*/ 4543174 w 11289515"/>
              <a:gd name="connsiteY9" fmla="*/ 6839131 h 6854400"/>
              <a:gd name="connsiteX10" fmla="*/ 0 w 11289515"/>
              <a:gd name="connsiteY10" fmla="*/ 3787085 h 6854400"/>
              <a:gd name="connsiteX11" fmla="*/ 0 w 11289515"/>
              <a:gd name="connsiteY11" fmla="*/ 3052047 h 685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289515" h="6854400">
                <a:moveTo>
                  <a:pt x="4543174" y="0"/>
                </a:moveTo>
                <a:lnTo>
                  <a:pt x="4543174" y="2012"/>
                </a:lnTo>
                <a:lnTo>
                  <a:pt x="7362381" y="2012"/>
                </a:lnTo>
                <a:lnTo>
                  <a:pt x="7362381" y="0"/>
                </a:lnTo>
                <a:lnTo>
                  <a:pt x="11289515" y="0"/>
                </a:lnTo>
                <a:lnTo>
                  <a:pt x="11289515" y="6854400"/>
                </a:lnTo>
                <a:lnTo>
                  <a:pt x="7362381" y="6854400"/>
                </a:lnTo>
                <a:lnTo>
                  <a:pt x="7362381" y="6853734"/>
                </a:lnTo>
                <a:lnTo>
                  <a:pt x="4543174" y="6853734"/>
                </a:lnTo>
                <a:lnTo>
                  <a:pt x="4543174" y="6839131"/>
                </a:lnTo>
                <a:lnTo>
                  <a:pt x="0" y="3787085"/>
                </a:lnTo>
                <a:lnTo>
                  <a:pt x="0" y="3052047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36E5B6B-E080-DFFC-2125-F42F87B444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83" y="2192441"/>
            <a:ext cx="1834717" cy="26050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2F5951-B7AD-92AE-AAFD-F383A999D5B9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3A4EE91-D07D-9DA1-8491-EAC1F65EA8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FEEB15D5-E6F2-9B59-B4A6-CDEA64A305D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66385" y="6257974"/>
            <a:ext cx="265953" cy="399650"/>
            <a:chOff x="12301098" y="6690719"/>
            <a:chExt cx="430332" cy="646665"/>
          </a:xfrm>
        </p:grpSpPr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58AC979D-7592-A87B-88BC-E3BAD160679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9C793BDF-66C7-9EC1-1B24-6B603DA904B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4" name="object 7">
              <a:extLst>
                <a:ext uri="{FF2B5EF4-FFF2-40B4-BE49-F238E27FC236}">
                  <a16:creationId xmlns:a16="http://schemas.microsoft.com/office/drawing/2014/main" id="{B5AE1D73-ED5A-CFC6-BE4A-B5B7DB54B54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5" name="Espace réservé du numéro de diapositive 3">
            <a:extLst>
              <a:ext uri="{FF2B5EF4-FFF2-40B4-BE49-F238E27FC236}">
                <a16:creationId xmlns:a16="http://schemas.microsoft.com/office/drawing/2014/main" id="{65F5683B-5D1A-130E-E051-1B12D95AEF01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‹N°›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DCCFC4C-2F15-DC3B-4790-19E9C878C8D6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re 3">
            <a:extLst>
              <a:ext uri="{FF2B5EF4-FFF2-40B4-BE49-F238E27FC236}">
                <a16:creationId xmlns:a16="http://schemas.microsoft.com/office/drawing/2014/main" id="{C06BD8D3-236E-574B-64CA-AD0755D6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10991134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BEB1936C-2A46-4E22-5EFE-983F07D53D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2771" y="831517"/>
            <a:ext cx="10991133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AF0C8F21-55DC-F6F3-B848-C0F66811E8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04175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 -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D822AE9F-809E-D2D8-FF8A-D608D1AE14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32825" y="0"/>
            <a:ext cx="3570288" cy="67500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13044B15-644D-AA91-E8DA-7A18E67A854A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-3701"/>
            <a:ext cx="8633861" cy="6854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60079F-3546-B651-B64B-94A54B41DF7A}"/>
              </a:ext>
            </a:extLst>
          </p:cNvPr>
          <p:cNvSpPr/>
          <p:nvPr userDrawn="1"/>
        </p:nvSpPr>
        <p:spPr>
          <a:xfrm>
            <a:off x="8633375" y="5563402"/>
            <a:ext cx="3569078" cy="889605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AA0C8F-55EE-6632-87AF-3C90A0037836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03B52F81-2011-32C8-72DF-82F4CC68D7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0FDE01C2-6284-2624-6CC5-8995CC0AD764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re 3">
            <a:extLst>
              <a:ext uri="{FF2B5EF4-FFF2-40B4-BE49-F238E27FC236}">
                <a16:creationId xmlns:a16="http://schemas.microsoft.com/office/drawing/2014/main" id="{11FB89F1-CB52-0DDA-BEF8-B97B5F01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0" y="282241"/>
            <a:ext cx="7778703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1C2F16BA-95CE-0428-49FE-5E0CB65CA6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771" y="831517"/>
            <a:ext cx="7778701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19">
            <a:extLst>
              <a:ext uri="{FF2B5EF4-FFF2-40B4-BE49-F238E27FC236}">
                <a16:creationId xmlns:a16="http://schemas.microsoft.com/office/drawing/2014/main" id="{C7D84B41-7430-4C18-9CC3-EF9F2B582E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18632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28">
            <a:extLst>
              <a:ext uri="{FF2B5EF4-FFF2-40B4-BE49-F238E27FC236}">
                <a16:creationId xmlns:a16="http://schemas.microsoft.com/office/drawing/2014/main" id="{BF7BD810-0311-DA94-A646-0C9B71F429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68551" y="0"/>
            <a:ext cx="5034562" cy="67500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30E80C52-7089-A13C-4253-FD2ADAB0EFFD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-3701"/>
            <a:ext cx="7157437" cy="6854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501D2F-3E1B-745E-5A4F-05A22AB89745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B6FF43C-B0CB-5EEB-06E6-EF03BE087D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D92D17B-A773-550D-A791-BD92EDC9D7F0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re 3">
            <a:extLst>
              <a:ext uri="{FF2B5EF4-FFF2-40B4-BE49-F238E27FC236}">
                <a16:creationId xmlns:a16="http://schemas.microsoft.com/office/drawing/2014/main" id="{CBA159C4-7EB9-F32A-057D-51A1FA68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6322882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82101185-F2A8-541E-B6FE-2CD9BAD9F9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771" y="831517"/>
            <a:ext cx="6322879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19">
            <a:extLst>
              <a:ext uri="{FF2B5EF4-FFF2-40B4-BE49-F238E27FC236}">
                <a16:creationId xmlns:a16="http://schemas.microsoft.com/office/drawing/2014/main" id="{5D8D9533-EB16-4A1E-B2D2-81CA05C81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91615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B -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28">
            <a:extLst>
              <a:ext uri="{FF2B5EF4-FFF2-40B4-BE49-F238E27FC236}">
                <a16:creationId xmlns:a16="http://schemas.microsoft.com/office/drawing/2014/main" id="{BF7BD810-0311-DA94-A646-0C9B71F429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107113" cy="67500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30E80C52-7089-A13C-4253-FD2ADAB0EFFD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1" y="-3701"/>
            <a:ext cx="6096000" cy="6854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501D2F-3E1B-745E-5A4F-05A22AB89745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B6FF43C-B0CB-5EEB-06E6-EF03BE087D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D92D17B-A773-550D-A791-BD92EDC9D7F0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re 3">
            <a:extLst>
              <a:ext uri="{FF2B5EF4-FFF2-40B4-BE49-F238E27FC236}">
                <a16:creationId xmlns:a16="http://schemas.microsoft.com/office/drawing/2014/main" id="{07E0CF3D-DD3A-450E-75C5-C7C1E126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5318760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772E4762-B887-BEDA-2B2F-32FC46F8AE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772" y="831517"/>
            <a:ext cx="5318760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19">
            <a:extLst>
              <a:ext uri="{FF2B5EF4-FFF2-40B4-BE49-F238E27FC236}">
                <a16:creationId xmlns:a16="http://schemas.microsoft.com/office/drawing/2014/main" id="{100717FA-E84A-F572-6448-9BC85B3F79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90178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07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700" r:id="rId8"/>
    <p:sldLayoutId id="2147483702" r:id="rId9"/>
    <p:sldLayoutId id="2147483703" r:id="rId10"/>
    <p:sldLayoutId id="2147483704" r:id="rId11"/>
    <p:sldLayoutId id="2147483706" r:id="rId12"/>
    <p:sldLayoutId id="2147483705" r:id="rId13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14589" eaLnBrk="1" hangingPunct="1">
        <a:defRPr>
          <a:latin typeface="+mn-lt"/>
          <a:ea typeface="+mn-ea"/>
          <a:cs typeface="+mn-cs"/>
        </a:defRPr>
      </a:lvl2pPr>
      <a:lvl3pPr marL="829178" eaLnBrk="1" hangingPunct="1">
        <a:defRPr>
          <a:latin typeface="+mn-lt"/>
          <a:ea typeface="+mn-ea"/>
          <a:cs typeface="+mn-cs"/>
        </a:defRPr>
      </a:lvl3pPr>
      <a:lvl4pPr marL="1243767" eaLnBrk="1" hangingPunct="1">
        <a:defRPr>
          <a:latin typeface="+mn-lt"/>
          <a:ea typeface="+mn-ea"/>
          <a:cs typeface="+mn-cs"/>
        </a:defRPr>
      </a:lvl4pPr>
      <a:lvl5pPr marL="1658356" eaLnBrk="1" hangingPunct="1">
        <a:defRPr>
          <a:latin typeface="+mn-lt"/>
          <a:ea typeface="+mn-ea"/>
          <a:cs typeface="+mn-cs"/>
        </a:defRPr>
      </a:lvl5pPr>
      <a:lvl6pPr marL="2072945" eaLnBrk="1" hangingPunct="1">
        <a:defRPr>
          <a:latin typeface="+mn-lt"/>
          <a:ea typeface="+mn-ea"/>
          <a:cs typeface="+mn-cs"/>
        </a:defRPr>
      </a:lvl6pPr>
      <a:lvl7pPr marL="2487534" eaLnBrk="1" hangingPunct="1">
        <a:defRPr>
          <a:latin typeface="+mn-lt"/>
          <a:ea typeface="+mn-ea"/>
          <a:cs typeface="+mn-cs"/>
        </a:defRPr>
      </a:lvl7pPr>
      <a:lvl8pPr marL="2902123" eaLnBrk="1" hangingPunct="1">
        <a:defRPr>
          <a:latin typeface="+mn-lt"/>
          <a:ea typeface="+mn-ea"/>
          <a:cs typeface="+mn-cs"/>
        </a:defRPr>
      </a:lvl8pPr>
      <a:lvl9pPr marL="3316712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14589" eaLnBrk="1" hangingPunct="1">
        <a:defRPr>
          <a:latin typeface="+mn-lt"/>
          <a:ea typeface="+mn-ea"/>
          <a:cs typeface="+mn-cs"/>
        </a:defRPr>
      </a:lvl2pPr>
      <a:lvl3pPr marL="829178" eaLnBrk="1" hangingPunct="1">
        <a:defRPr>
          <a:latin typeface="+mn-lt"/>
          <a:ea typeface="+mn-ea"/>
          <a:cs typeface="+mn-cs"/>
        </a:defRPr>
      </a:lvl3pPr>
      <a:lvl4pPr marL="1243767" eaLnBrk="1" hangingPunct="1">
        <a:defRPr>
          <a:latin typeface="+mn-lt"/>
          <a:ea typeface="+mn-ea"/>
          <a:cs typeface="+mn-cs"/>
        </a:defRPr>
      </a:lvl4pPr>
      <a:lvl5pPr marL="1658356" eaLnBrk="1" hangingPunct="1">
        <a:defRPr>
          <a:latin typeface="+mn-lt"/>
          <a:ea typeface="+mn-ea"/>
          <a:cs typeface="+mn-cs"/>
        </a:defRPr>
      </a:lvl5pPr>
      <a:lvl6pPr marL="2072945" eaLnBrk="1" hangingPunct="1">
        <a:defRPr>
          <a:latin typeface="+mn-lt"/>
          <a:ea typeface="+mn-ea"/>
          <a:cs typeface="+mn-cs"/>
        </a:defRPr>
      </a:lvl6pPr>
      <a:lvl7pPr marL="2487534" eaLnBrk="1" hangingPunct="1">
        <a:defRPr>
          <a:latin typeface="+mn-lt"/>
          <a:ea typeface="+mn-ea"/>
          <a:cs typeface="+mn-cs"/>
        </a:defRPr>
      </a:lvl7pPr>
      <a:lvl8pPr marL="2902123" eaLnBrk="1" hangingPunct="1">
        <a:defRPr>
          <a:latin typeface="+mn-lt"/>
          <a:ea typeface="+mn-ea"/>
          <a:cs typeface="+mn-cs"/>
        </a:defRPr>
      </a:lvl8pPr>
      <a:lvl9pPr marL="3316712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18.png"/><Relationship Id="rId7" Type="http://schemas.openxmlformats.org/officeDocument/2006/relationships/diagramData" Target="../diagrams/data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microsoft.com/office/2007/relationships/diagramDrawing" Target="../diagrams/drawing1.xml"/><Relationship Id="rId5" Type="http://schemas.openxmlformats.org/officeDocument/2006/relationships/image" Target="../media/image20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19.png"/><Relationship Id="rId9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13" Type="http://schemas.openxmlformats.org/officeDocument/2006/relationships/image" Target="../media/image33.jpe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1.jpe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jpe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jpeg"/><Relationship Id="rId5" Type="http://schemas.openxmlformats.org/officeDocument/2006/relationships/image" Target="../media/image43.png"/><Relationship Id="rId4" Type="http://schemas.openxmlformats.org/officeDocument/2006/relationships/image" Target="../media/image4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764DE2DC-E365-829F-5E1B-153982A998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582" y="1132303"/>
            <a:ext cx="11616995" cy="1233000"/>
          </a:xfrm>
        </p:spPr>
        <p:txBody>
          <a:bodyPr/>
          <a:lstStyle/>
          <a:p>
            <a:r>
              <a:rPr lang="en-US" sz="4400"/>
              <a:t>NTN-IoT performance survey</a:t>
            </a:r>
          </a:p>
          <a:p>
            <a:r>
              <a:rPr lang="en-US" sz="4400" b="0"/>
              <a:t>From simulation to in-orbit testing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04C14A3F-56A3-32C9-2B06-97886AEEF0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982" y="5944325"/>
            <a:ext cx="10048875" cy="373063"/>
          </a:xfrm>
        </p:spPr>
        <p:txBody>
          <a:bodyPr/>
          <a:lstStyle/>
          <a:p>
            <a:r>
              <a:rPr lang="fr-FR" i="1"/>
              <a:t>Oussama Lachgar - Antonin Le Floch</a:t>
            </a:r>
          </a:p>
        </p:txBody>
      </p:sp>
    </p:spTree>
    <p:extLst>
      <p:ext uri="{BB962C8B-B14F-4D97-AF65-F5344CB8AC3E}">
        <p14:creationId xmlns:p14="http://schemas.microsoft.com/office/powerpoint/2010/main" val="3582119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rd 12"/>
          <p:cNvSpPr/>
          <p:nvPr/>
        </p:nvSpPr>
        <p:spPr>
          <a:xfrm>
            <a:off x="457200" y="1250000"/>
            <a:ext cx="5486400" cy="469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ard 13"/>
          <p:cNvSpPr/>
          <p:nvPr/>
        </p:nvSpPr>
        <p:spPr>
          <a:xfrm>
            <a:off x="6096000" y="1250000"/>
            <a:ext cx="5638800" cy="469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4A0F48-C924-FC5E-9796-C1A8CA8EFE16}"/>
              </a:ext>
            </a:extLst>
          </p:cNvPr>
          <p:cNvSpPr txBox="1"/>
          <p:nvPr/>
        </p:nvSpPr>
        <p:spPr>
          <a:xfrm>
            <a:off x="457199" y="239462"/>
            <a:ext cx="10964487" cy="540566"/>
          </a:xfrm>
          <a:prstGeom prst="rect">
            <a:avLst/>
          </a:prstGeom>
        </p:spPr>
        <p:txBody>
          <a:bodyPr wrap="square" anchor="ctr">
            <a:normAutofit lnSpcReduction="10000"/>
          </a:bodyPr>
          <a:lstStyle/>
          <a:p>
            <a:pPr algn="l"/>
            <a:r>
              <a:rPr lang="fr-FR" sz="3100" b="1" i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A brief </a:t>
            </a:r>
            <a:r>
              <a:rPr lang="fr-FR" sz="3100" b="1" i="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Context</a:t>
            </a:r>
            <a:r>
              <a:rPr lang="fr-FR" sz="3100" b="1" i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of NB-IoT NTN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D5F775-E57E-F3FF-E697-C539DE050E09}"/>
              </a:ext>
            </a:extLst>
          </p:cNvPr>
          <p:cNvSpPr txBox="1"/>
          <p:nvPr/>
        </p:nvSpPr>
        <p:spPr>
          <a:xfrm>
            <a:off x="457199" y="760000"/>
            <a:ext cx="10964487" cy="380000"/>
          </a:xfrm>
          <a:prstGeom prst="rect">
            <a:avLst/>
          </a:prstGeom>
        </p:spPr>
        <p:txBody>
          <a:bodyPr wrap="square"/>
          <a:lstStyle/>
          <a:p>
            <a:r>
              <a:rPr lang="fr-FR" sz="1800" b="0" i="0">
                <a:solidFill>
                  <a:srgbClr val="AEB8C8"/>
                </a:solidFill>
                <a:latin typeface="Barlow"/>
              </a:rPr>
              <a:t>NB-IoT </a:t>
            </a:r>
            <a:r>
              <a:rPr lang="fr-FR" sz="1800" b="0" i="0" err="1">
                <a:solidFill>
                  <a:srgbClr val="AEB8C8"/>
                </a:solidFill>
                <a:latin typeface="Barlow"/>
              </a:rPr>
              <a:t>is</a:t>
            </a:r>
            <a:r>
              <a:rPr lang="fr-FR" sz="1800" b="0" i="0">
                <a:solidFill>
                  <a:srgbClr val="AEB8C8"/>
                </a:solidFill>
                <a:latin typeface="Barlow"/>
              </a:rPr>
              <a:t> « </a:t>
            </a:r>
            <a:r>
              <a:rPr lang="fr-FR" sz="1800" b="0" i="0" err="1">
                <a:solidFill>
                  <a:srgbClr val="AEB8C8"/>
                </a:solidFill>
                <a:latin typeface="Barlow"/>
              </a:rPr>
              <a:t>just</a:t>
            </a:r>
            <a:r>
              <a:rPr lang="fr-FR" sz="1800" b="0" i="0">
                <a:solidFill>
                  <a:srgbClr val="AEB8C8"/>
                </a:solidFill>
                <a:latin typeface="Barlow"/>
              </a:rPr>
              <a:t> » LTE </a:t>
            </a:r>
            <a:r>
              <a:rPr lang="fr-FR" sz="1800" b="0" i="0" err="1">
                <a:solidFill>
                  <a:srgbClr val="AEB8C8"/>
                </a:solidFill>
                <a:latin typeface="Barlow"/>
              </a:rPr>
              <a:t>with</a:t>
            </a:r>
            <a:r>
              <a:rPr lang="fr-FR" sz="1800" b="0" i="0">
                <a:solidFill>
                  <a:srgbClr val="AEB8C8"/>
                </a:solidFill>
                <a:latin typeface="Barlow"/>
              </a:rPr>
              <a:t> a </a:t>
            </a:r>
            <a:r>
              <a:rPr lang="fr-FR" sz="1800" b="0" i="0" err="1">
                <a:solidFill>
                  <a:srgbClr val="AEB8C8"/>
                </a:solidFill>
                <a:latin typeface="Barlow"/>
              </a:rPr>
              <a:t>smaller</a:t>
            </a:r>
            <a:r>
              <a:rPr lang="fr-FR" sz="1800" b="0" i="0">
                <a:solidFill>
                  <a:srgbClr val="AEB8C8"/>
                </a:solidFill>
                <a:latin typeface="Barlow"/>
              </a:rPr>
              <a:t> </a:t>
            </a:r>
            <a:r>
              <a:rPr lang="fr-FR" sz="1800" b="0" i="0" err="1">
                <a:solidFill>
                  <a:srgbClr val="AEB8C8"/>
                </a:solidFill>
                <a:latin typeface="Barlow"/>
              </a:rPr>
              <a:t>bandwidth</a:t>
            </a:r>
            <a:endParaRPr lang="fr-FR" sz="1800" b="0" i="0">
              <a:solidFill>
                <a:srgbClr val="AEB8C8"/>
              </a:solidFill>
              <a:latin typeface="Barlow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6482CA5-B0C0-30FB-7315-B271345B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0000"/>
            <a:ext cx="5181600" cy="148517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259E4CB-DA8E-6242-5130-002155368790}"/>
              </a:ext>
            </a:extLst>
          </p:cNvPr>
          <p:cNvSpPr txBox="1"/>
          <p:nvPr/>
        </p:nvSpPr>
        <p:spPr>
          <a:xfrm>
            <a:off x="6248400" y="5700000"/>
            <a:ext cx="5334000" cy="3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>
                <a:solidFill>
                  <a:srgbClr val="AEB8C8"/>
                </a:solidFill>
                <a:latin typeface="Barlow"/>
              </a:rPr>
              <a:t>https://www.sharetechnote.com/html/Handbook_LTE_NB_LTE.html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2CF1743A-F810-5497-C37A-BAB472D4729E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400000"/>
          <a:ext cx="5334000" cy="4296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68410748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72397989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24710201"/>
                    </a:ext>
                  </a:extLst>
                </a:gridCol>
              </a:tblGrid>
              <a:tr h="240253">
                <a:tc>
                  <a:txBody>
                    <a:bodyPr/>
                    <a:lstStyle/>
                    <a:p>
                      <a:r>
                        <a:rPr lang="fr-FR" sz="800" b="1" err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Feature</a:t>
                      </a:r>
                      <a:endParaRPr lang="fr-FR" sz="800" b="1">
                        <a:solidFill>
                          <a:srgbClr val="FFFFFF"/>
                        </a:solidFill>
                        <a:latin typeface="Barlow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>
                          <a:alpha val="60000"/>
                        </a:srgbClr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1">
                          <a:solidFill>
                            <a:srgbClr val="FFFFFF"/>
                          </a:solidFill>
                          <a:latin typeface="Barlow"/>
                        </a:rPr>
                        <a:t>LTE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>
                          <a:alpha val="60000"/>
                        </a:srgbClr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b="1">
                          <a:solidFill>
                            <a:srgbClr val="FFFFFF"/>
                          </a:solidFill>
                          <a:latin typeface="Barlow"/>
                        </a:rPr>
                        <a:t>NB-IoT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FFFFFF">
                          <a:alpha val="60000"/>
                        </a:srgbClr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44693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UE </a:t>
                      </a:r>
                      <a:r>
                        <a:rPr lang="fr-FR" sz="800" err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bandwidth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1.4 to 20 MHz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180 kHz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404031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DL waveform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OFDMA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OFDMA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658482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UL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SC-FDMA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Single-tone / multi-tone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84055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UL </a:t>
                      </a:r>
                      <a:r>
                        <a:rPr lang="fr-FR" sz="800" err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subcarrier</a:t>
                      </a: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 </a:t>
                      </a:r>
                      <a:r>
                        <a:rPr lang="fr-FR" sz="800" err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spacing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15 kHz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15 kHz or 3.75 kHz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55498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DL 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PDSCH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NPDSCH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989463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UL 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PUSCH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NPUSCH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801261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DL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PDCCH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NPDCCH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354271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Random access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PRACH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NPRACH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93747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Broadcast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PBCH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NPBCH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839314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 err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Synchronization</a:t>
                      </a:r>
                      <a:endParaRPr lang="fr-FR" sz="800" dirty="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PSS / SSS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NPSS / NSSS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748705"/>
                  </a:ext>
                </a:extLst>
              </a:tr>
              <a:tr h="382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Main objective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Broadband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Coverage / low power / low complexity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980042"/>
                  </a:ext>
                </a:extLst>
              </a:tr>
              <a:tr h="382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PHY </a:t>
                      </a:r>
                      <a:r>
                        <a:rPr lang="fr-FR" sz="800" err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repetitions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Limited role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b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Fundamental </a:t>
                      </a:r>
                      <a:r>
                        <a:rPr lang="fr-FR" sz="800" b="1" err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mechanism</a:t>
                      </a:r>
                      <a:endParaRPr lang="fr-FR" sz="80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773127"/>
                  </a:ext>
                </a:extLst>
              </a:tr>
              <a:tr h="382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Scheduling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Fast, throughput-oriented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Coverage / repetition-oriented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270074"/>
                  </a:ext>
                </a:extLst>
              </a:tr>
              <a:tr h="240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Mobility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Full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Reduced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32328"/>
                  </a:ext>
                </a:extLst>
              </a:tr>
              <a:tr h="26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MIMO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Supported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fr-FR" sz="800" dirty="0" err="1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Mostly</a:t>
                      </a:r>
                      <a:r>
                        <a:rPr lang="fr-FR" sz="800" dirty="0">
                          <a:solidFill>
                            <a:srgbClr val="FFFFFF"/>
                          </a:solidFill>
                          <a:effectLst/>
                          <a:latin typeface="Barlow"/>
                        </a:rPr>
                        <a:t> SISO</a:t>
                      </a:r>
                      <a:endParaRPr lang="fr-FR" sz="300" b="0" i="0" dirty="0">
                        <a:solidFill>
                          <a:srgbClr val="FFFFFF"/>
                        </a:solidFill>
                        <a:effectLst/>
                        <a:latin typeface="Barlow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FFFFFF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316823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C648ED37-FF9F-4B0F-7EC3-4155F3DF9326}"/>
              </a:ext>
            </a:extLst>
          </p:cNvPr>
          <p:cNvSpPr txBox="1"/>
          <p:nvPr/>
        </p:nvSpPr>
        <p:spPr>
          <a:xfrm>
            <a:off x="609600" y="3150000"/>
            <a:ext cx="5181600" cy="1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FFFF"/>
                </a:solidFill>
                <a:latin typeface="Barlow"/>
              </a:rPr>
              <a:t>180 kHz </a:t>
            </a:r>
            <a:r>
              <a:rPr lang="fr-FR" dirty="0" err="1">
                <a:solidFill>
                  <a:srgbClr val="FFFFFF"/>
                </a:solidFill>
                <a:latin typeface="Barlow"/>
              </a:rPr>
              <a:t>channel</a:t>
            </a:r>
            <a:r>
              <a:rPr lang="fr-FR" dirty="0">
                <a:solidFill>
                  <a:srgbClr val="FFFFFF"/>
                </a:solidFill>
                <a:latin typeface="Barlow"/>
              </a:rPr>
              <a:t> -&gt; Fine ressource allocation in </a:t>
            </a:r>
            <a:r>
              <a:rPr lang="fr-FR" dirty="0" err="1">
                <a:solidFill>
                  <a:srgbClr val="FFFFFF"/>
                </a:solidFill>
                <a:latin typeface="Barlow"/>
              </a:rPr>
              <a:t>scarse</a:t>
            </a:r>
            <a:r>
              <a:rPr lang="fr-FR" dirty="0">
                <a:solidFill>
                  <a:srgbClr val="FFFFFF"/>
                </a:solidFill>
                <a:latin typeface="Barlow"/>
              </a:rPr>
              <a:t> L/S band</a:t>
            </a:r>
          </a:p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FFFF"/>
                </a:solidFill>
                <a:latin typeface="Barlow"/>
              </a:rPr>
              <a:t>Native compatibility over </a:t>
            </a:r>
            <a:r>
              <a:rPr lang="fr-FR" dirty="0" err="1">
                <a:solidFill>
                  <a:srgbClr val="FFFFFF"/>
                </a:solidFill>
                <a:latin typeface="Barlow"/>
              </a:rPr>
              <a:t>existing</a:t>
            </a:r>
            <a:r>
              <a:rPr lang="fr-FR" dirty="0">
                <a:solidFill>
                  <a:srgbClr val="FFFFFF"/>
                </a:solidFill>
                <a:latin typeface="Barlow"/>
              </a:rPr>
              <a:t> GEO </a:t>
            </a:r>
            <a:r>
              <a:rPr lang="fr-FR" dirty="0" err="1">
                <a:solidFill>
                  <a:srgbClr val="FFFFFF"/>
                </a:solidFill>
                <a:latin typeface="Barlow"/>
              </a:rPr>
              <a:t>sat</a:t>
            </a:r>
            <a:endParaRPr lang="fr-FR" dirty="0">
              <a:solidFill>
                <a:srgbClr val="FFFFFF"/>
              </a:solidFill>
              <a:latin typeface="Barlow"/>
            </a:endParaRPr>
          </a:p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FFFFFF"/>
                </a:solidFill>
                <a:latin typeface="Barlow"/>
              </a:rPr>
              <a:t>Improved</a:t>
            </a:r>
            <a:r>
              <a:rPr lang="fr-FR" dirty="0">
                <a:solidFill>
                  <a:srgbClr val="FFFFFF"/>
                </a:solidFill>
                <a:latin typeface="Barlow"/>
              </a:rPr>
              <a:t> Link Budget</a:t>
            </a:r>
          </a:p>
          <a:p>
            <a:pPr marL="742950" lvl="1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FFFF"/>
                </a:solidFill>
                <a:latin typeface="Barlow"/>
              </a:rPr>
              <a:t>Simpler Modulation </a:t>
            </a:r>
            <a:r>
              <a:rPr lang="fr-FR" dirty="0" err="1">
                <a:solidFill>
                  <a:srgbClr val="FFFFFF"/>
                </a:solidFill>
                <a:latin typeface="Barlow"/>
              </a:rPr>
              <a:t>with</a:t>
            </a:r>
            <a:r>
              <a:rPr lang="fr-FR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dirty="0" err="1">
                <a:solidFill>
                  <a:srgbClr val="FFFFFF"/>
                </a:solidFill>
                <a:latin typeface="Barlow"/>
              </a:rPr>
              <a:t>Repetition</a:t>
            </a:r>
            <a:endParaRPr lang="fr-FR" dirty="0">
              <a:solidFill>
                <a:srgbClr val="FFFFFF"/>
              </a:solidFill>
              <a:latin typeface="Barlow"/>
            </a:endParaRPr>
          </a:p>
          <a:p>
            <a:pPr marL="742950" lvl="1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FFFF"/>
                </a:solidFill>
                <a:latin typeface="Barlow"/>
              </a:rPr>
              <a:t>SCS 3,75 kHz</a:t>
            </a:r>
          </a:p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FFFF"/>
                </a:solidFill>
                <a:latin typeface="Barlow"/>
              </a:rPr>
              <a:t>Small </a:t>
            </a:r>
            <a:r>
              <a:rPr lang="fr-FR" dirty="0" err="1">
                <a:solidFill>
                  <a:srgbClr val="FFFFFF"/>
                </a:solidFill>
                <a:latin typeface="Barlow"/>
              </a:rPr>
              <a:t>packet</a:t>
            </a:r>
            <a:r>
              <a:rPr lang="fr-FR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dirty="0" err="1">
                <a:solidFill>
                  <a:srgbClr val="FFFFFF"/>
                </a:solidFill>
                <a:latin typeface="Barlow"/>
              </a:rPr>
              <a:t>optimization</a:t>
            </a:r>
            <a:endParaRPr lang="fr-FR" dirty="0">
              <a:solidFill>
                <a:srgbClr val="FFFFFF"/>
              </a:solidFill>
              <a:latin typeface="Barlow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B25C2A7-2AFF-B492-B77C-6F311CC141B3}"/>
              </a:ext>
            </a:extLst>
          </p:cNvPr>
          <p:cNvSpPr txBox="1"/>
          <p:nvPr/>
        </p:nvSpPr>
        <p:spPr>
          <a:xfrm>
            <a:off x="609600" y="5250000"/>
            <a:ext cx="5181600" cy="4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FFFF"/>
                </a:solidFill>
                <a:latin typeface="Barlow"/>
              </a:rPr>
              <a:t>-&gt; High </a:t>
            </a:r>
            <a:r>
              <a:rPr lang="fr-FR" sz="2000" b="1" dirty="0" err="1">
                <a:solidFill>
                  <a:srgbClr val="FFFFFF"/>
                </a:solidFill>
                <a:latin typeface="Barlow"/>
              </a:rPr>
              <a:t>flexibility</a:t>
            </a:r>
            <a:endParaRPr lang="fr-FR" sz="2000" b="1" dirty="0">
              <a:solidFill>
                <a:srgbClr val="FFFFFF"/>
              </a:solidFill>
              <a:latin typeface="Barlow"/>
            </a:endParaRPr>
          </a:p>
        </p:txBody>
      </p:sp>
      <p:sp>
        <p:nvSpPr>
          <p:cNvPr id="14" name="Footer copyright"/>
          <p:cNvSpPr txBox="1"/>
          <p:nvPr/>
        </p:nvSpPr>
        <p:spPr>
          <a:xfrm>
            <a:off x="1715081" y="6426365"/>
            <a:ext cx="5000000" cy="2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en-US" sz="1000">
                <a:solidFill>
                  <a:srgbClr val="FFFFFF"/>
                </a:solidFill>
                <a:latin typeface="Barlow"/>
              </a:rPr>
              <a:t>© 2026 Kinéis.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0852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ard 41"/>
          <p:cNvSpPr/>
          <p:nvPr/>
        </p:nvSpPr>
        <p:spPr>
          <a:xfrm>
            <a:off x="457200" y="1250000"/>
            <a:ext cx="3350000" cy="469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Card 42"/>
          <p:cNvSpPr/>
          <p:nvPr/>
        </p:nvSpPr>
        <p:spPr>
          <a:xfrm>
            <a:off x="3960000" y="1250000"/>
            <a:ext cx="7774800" cy="469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5147B8-3C13-8D4C-D30C-74B8E4E68892}"/>
              </a:ext>
            </a:extLst>
          </p:cNvPr>
          <p:cNvSpPr txBox="1"/>
          <p:nvPr/>
        </p:nvSpPr>
        <p:spPr>
          <a:xfrm>
            <a:off x="457199" y="239462"/>
            <a:ext cx="10964487" cy="540566"/>
          </a:xfrm>
          <a:prstGeom prst="rect">
            <a:avLst/>
          </a:prstGeom>
        </p:spPr>
        <p:txBody>
          <a:bodyPr wrap="square" anchor="ctr">
            <a:normAutofit lnSpcReduction="10000"/>
          </a:bodyPr>
          <a:lstStyle/>
          <a:p>
            <a:pPr algn="l"/>
            <a:r>
              <a:rPr lang="fr-FR" sz="3100" b="1" i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A brief </a:t>
            </a:r>
            <a:r>
              <a:rPr lang="fr-FR" sz="3100" b="1" i="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Context</a:t>
            </a:r>
            <a:r>
              <a:rPr lang="fr-FR" sz="3100" b="1" i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of NB-IoT NTN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AF2D51-3E62-EB8E-D2F5-3538F481CCD5}"/>
              </a:ext>
            </a:extLst>
          </p:cNvPr>
          <p:cNvSpPr txBox="1"/>
          <p:nvPr/>
        </p:nvSpPr>
        <p:spPr>
          <a:xfrm>
            <a:off x="457199" y="760000"/>
            <a:ext cx="10964487" cy="380000"/>
          </a:xfrm>
          <a:prstGeom prst="rect">
            <a:avLst/>
          </a:prstGeom>
        </p:spPr>
        <p:txBody>
          <a:bodyPr wrap="square"/>
          <a:lstStyle/>
          <a:p>
            <a:r>
              <a:rPr lang="fr-FR" sz="1800" b="0" i="0">
                <a:solidFill>
                  <a:srgbClr val="AEB8C8"/>
                </a:solidFill>
                <a:latin typeface="Barlow"/>
              </a:rPr>
              <a:t>NTN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01E23F5-B1DC-04BF-20C1-82C8579CF919}"/>
              </a:ext>
            </a:extLst>
          </p:cNvPr>
          <p:cNvSpPr txBox="1"/>
          <p:nvPr/>
        </p:nvSpPr>
        <p:spPr>
          <a:xfrm>
            <a:off x="533400" y="155000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>
                <a:solidFill>
                  <a:srgbClr val="FFFFFF"/>
                </a:solidFill>
                <a:latin typeface="Barlow"/>
              </a:rPr>
              <a:t>Doppler Pre-compensation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90F2F61-AA78-4E27-E51A-B4166799C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65" y="2304704"/>
            <a:ext cx="1189171" cy="118917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5D207C2-CFED-1746-A4DF-456E656E0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54306">
            <a:off x="2349651" y="2460122"/>
            <a:ext cx="466062" cy="4660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B4379D0-BDFF-4B4F-1498-D74426081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292" y="2837594"/>
            <a:ext cx="255919" cy="25591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2BD6E9C-DF8C-7674-CFD8-2A5F3BB79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210" y="2515640"/>
            <a:ext cx="177513" cy="17751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36AE9B4-D07F-9857-403E-CDB3B9A39A13}"/>
              </a:ext>
            </a:extLst>
          </p:cNvPr>
          <p:cNvSpPr txBox="1"/>
          <p:nvPr/>
        </p:nvSpPr>
        <p:spPr>
          <a:xfrm>
            <a:off x="533400" y="38100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  <a:latin typeface="Barlow"/>
              </a:rPr>
              <a:t>Long propagation </a:t>
            </a:r>
            <a:r>
              <a:rPr lang="fr-FR" b="1" dirty="0" err="1">
                <a:solidFill>
                  <a:srgbClr val="FFFFFF"/>
                </a:solidFill>
                <a:latin typeface="Barlow"/>
              </a:rPr>
              <a:t>delay</a:t>
            </a:r>
            <a:endParaRPr lang="fr-FR" b="1" dirty="0">
              <a:solidFill>
                <a:srgbClr val="FFFFFF"/>
              </a:solidFill>
              <a:latin typeface="Barlow"/>
            </a:endParaRP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EAA2AD1-F806-44C9-B66A-0880F9B986A7}"/>
              </a:ext>
            </a:extLst>
          </p:cNvPr>
          <p:cNvCxnSpPr>
            <a:cxnSpLocks/>
          </p:cNvCxnSpPr>
          <p:nvPr/>
        </p:nvCxnSpPr>
        <p:spPr>
          <a:xfrm flipH="1" flipV="1">
            <a:off x="2321771" y="2193118"/>
            <a:ext cx="120805" cy="200999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8D8598BF-A2A9-D1DD-3432-57C471FD4AF3}"/>
              </a:ext>
            </a:extLst>
          </p:cNvPr>
          <p:cNvCxnSpPr>
            <a:cxnSpLocks/>
          </p:cNvCxnSpPr>
          <p:nvPr/>
        </p:nvCxnSpPr>
        <p:spPr>
          <a:xfrm flipH="1" flipV="1">
            <a:off x="2401177" y="2220276"/>
            <a:ext cx="114793" cy="1970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E546807C-932A-AAD2-3560-0ED4757C0B5B}"/>
              </a:ext>
            </a:extLst>
          </p:cNvPr>
          <p:cNvCxnSpPr>
            <a:cxnSpLocks/>
          </p:cNvCxnSpPr>
          <p:nvPr/>
        </p:nvCxnSpPr>
        <p:spPr>
          <a:xfrm flipH="1" flipV="1">
            <a:off x="2297038" y="2264603"/>
            <a:ext cx="122009" cy="205811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 30">
            <a:extLst>
              <a:ext uri="{FF2B5EF4-FFF2-40B4-BE49-F238E27FC236}">
                <a16:creationId xmlns:a16="http://schemas.microsoft.com/office/drawing/2014/main" id="{B01EA077-37F1-3C47-18B5-6EC442100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44" y="4433442"/>
            <a:ext cx="1042367" cy="1042367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4D70A4FD-779A-8193-1AA8-AD8EDF9EF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311" y="4609834"/>
            <a:ext cx="466062" cy="466062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22E12DF-F929-5C8E-CD3B-41EBD5368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155" y="5175658"/>
            <a:ext cx="141639" cy="141639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1379B1F4-0368-088E-D7CE-6258098FA4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553458" y="4800199"/>
            <a:ext cx="234776" cy="234776"/>
          </a:xfrm>
          <a:prstGeom prst="rect">
            <a:avLst/>
          </a:prstGeom>
        </p:spPr>
      </p:pic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82B00A6E-3F2D-AD48-12F0-84ED002E545A}"/>
              </a:ext>
            </a:extLst>
          </p:cNvPr>
          <p:cNvCxnSpPr>
            <a:stCxn id="34" idx="2"/>
            <a:endCxn id="33" idx="0"/>
          </p:cNvCxnSpPr>
          <p:nvPr/>
        </p:nvCxnSpPr>
        <p:spPr>
          <a:xfrm>
            <a:off x="1670846" y="5034975"/>
            <a:ext cx="133129" cy="14068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52CC18BE-86AE-2AB5-01D2-AA52EE5DEB46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1803975" y="5034975"/>
            <a:ext cx="828953" cy="14068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EC693441-FBD9-8A19-28E2-9584C026E499}"/>
              </a:ext>
            </a:extLst>
          </p:cNvPr>
          <p:cNvSpPr txBox="1"/>
          <p:nvPr/>
        </p:nvSpPr>
        <p:spPr>
          <a:xfrm>
            <a:off x="5049914" y="1397445"/>
            <a:ext cx="5517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  <a:latin typeface="Barlow"/>
              </a:rPr>
              <a:t>NTN R17 </a:t>
            </a:r>
            <a:r>
              <a:rPr lang="fr-FR" b="1" dirty="0" err="1">
                <a:solidFill>
                  <a:srgbClr val="FFFFFF"/>
                </a:solidFill>
                <a:latin typeface="Barlow"/>
              </a:rPr>
              <a:t>work</a:t>
            </a:r>
            <a:r>
              <a:rPr lang="fr-FR" b="1" dirty="0">
                <a:solidFill>
                  <a:srgbClr val="FFFFFF"/>
                </a:solidFill>
                <a:latin typeface="Barlow"/>
              </a:rPr>
              <a:t> and </a:t>
            </a:r>
            <a:r>
              <a:rPr lang="fr-FR" b="1" dirty="0" err="1">
                <a:solidFill>
                  <a:srgbClr val="FFFFFF"/>
                </a:solidFill>
                <a:latin typeface="Barlow"/>
              </a:rPr>
              <a:t>is</a:t>
            </a:r>
            <a:r>
              <a:rPr lang="fr-FR" b="1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b="1" dirty="0" err="1">
                <a:solidFill>
                  <a:srgbClr val="FFFFFF"/>
                </a:solidFill>
                <a:latin typeface="Barlow"/>
              </a:rPr>
              <a:t>commercially</a:t>
            </a:r>
            <a:r>
              <a:rPr lang="fr-FR" b="1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b="1" dirty="0" err="1">
                <a:solidFill>
                  <a:srgbClr val="FFFFFF"/>
                </a:solidFill>
                <a:latin typeface="Barlow"/>
              </a:rPr>
              <a:t>aviable</a:t>
            </a:r>
            <a:endParaRPr lang="fr-FR" b="1" dirty="0">
              <a:solidFill>
                <a:srgbClr val="FFFFFF"/>
              </a:solidFill>
              <a:latin typeface="Barlow"/>
            </a:endParaRPr>
          </a:p>
          <a:p>
            <a:pPr algn="ctr"/>
            <a:endParaRPr lang="fr-FR" b="1" dirty="0">
              <a:solidFill>
                <a:srgbClr val="FFFFFF"/>
              </a:solidFill>
              <a:latin typeface="Barlow"/>
            </a:endParaRPr>
          </a:p>
          <a:p>
            <a:pPr algn="ctr"/>
            <a:r>
              <a:rPr lang="fr-FR" b="1" dirty="0" err="1">
                <a:solidFill>
                  <a:srgbClr val="FFFFFF"/>
                </a:solidFill>
                <a:latin typeface="Barlow"/>
              </a:rPr>
              <a:t>What</a:t>
            </a:r>
            <a:r>
              <a:rPr lang="fr-FR" b="1" dirty="0">
                <a:solidFill>
                  <a:srgbClr val="FFFFFF"/>
                </a:solidFill>
                <a:latin typeface="Barlow"/>
              </a:rPr>
              <a:t> are the performances and how to </a:t>
            </a:r>
            <a:r>
              <a:rPr lang="fr-FR" b="1" dirty="0" err="1">
                <a:solidFill>
                  <a:srgbClr val="FFFFFF"/>
                </a:solidFill>
                <a:latin typeface="Barlow"/>
              </a:rPr>
              <a:t>improve</a:t>
            </a:r>
            <a:r>
              <a:rPr lang="fr-FR" b="1" dirty="0">
                <a:solidFill>
                  <a:srgbClr val="FFFFFF"/>
                </a:solidFill>
                <a:latin typeface="Barlow"/>
              </a:rPr>
              <a:t> performances -&gt; </a:t>
            </a:r>
            <a:r>
              <a:rPr lang="fr-FR" b="1" dirty="0" err="1">
                <a:solidFill>
                  <a:srgbClr val="FFFFFF"/>
                </a:solidFill>
                <a:latin typeface="Barlow"/>
              </a:rPr>
              <a:t>We</a:t>
            </a:r>
            <a:r>
              <a:rPr lang="fr-FR" b="1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b="1" dirty="0" err="1">
                <a:solidFill>
                  <a:srgbClr val="FFFFFF"/>
                </a:solidFill>
                <a:latin typeface="Barlow"/>
              </a:rPr>
              <a:t>need</a:t>
            </a:r>
            <a:r>
              <a:rPr lang="fr-FR" b="1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b="1" dirty="0" err="1">
                <a:solidFill>
                  <a:srgbClr val="FFFFFF"/>
                </a:solidFill>
                <a:latin typeface="Barlow"/>
              </a:rPr>
              <a:t>tools</a:t>
            </a:r>
            <a:endParaRPr lang="fr-FR" b="1" dirty="0">
              <a:solidFill>
                <a:srgbClr val="FFFFFF"/>
              </a:solidFill>
              <a:latin typeface="Barlow"/>
            </a:endParaRPr>
          </a:p>
        </p:txBody>
      </p:sp>
      <p:graphicFrame>
        <p:nvGraphicFramePr>
          <p:cNvPr id="40" name="Diagramme 39">
            <a:extLst>
              <a:ext uri="{FF2B5EF4-FFF2-40B4-BE49-F238E27FC236}">
                <a16:creationId xmlns:a16="http://schemas.microsoft.com/office/drawing/2014/main" id="{1649055C-E888-4C45-80FA-E79F32784402}"/>
              </a:ext>
            </a:extLst>
          </p:cNvPr>
          <p:cNvGraphicFramePr/>
          <p:nvPr/>
        </p:nvGraphicFramePr>
        <p:xfrm>
          <a:off x="4519647" y="2387601"/>
          <a:ext cx="7093269" cy="3402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3" name="Footer copyright"/>
          <p:cNvSpPr txBox="1"/>
          <p:nvPr/>
        </p:nvSpPr>
        <p:spPr>
          <a:xfrm>
            <a:off x="1715081" y="6426365"/>
            <a:ext cx="5000000" cy="2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en-US" sz="1000">
                <a:solidFill>
                  <a:srgbClr val="FFFFFF"/>
                </a:solidFill>
                <a:latin typeface="Barlow"/>
              </a:rPr>
              <a:t>© 2026 Kinéis.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8954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ard 60"/>
          <p:cNvSpPr/>
          <p:nvPr/>
        </p:nvSpPr>
        <p:spPr>
          <a:xfrm>
            <a:off x="127000" y="1300000"/>
            <a:ext cx="2933700" cy="464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ard 61"/>
          <p:cNvSpPr/>
          <p:nvPr/>
        </p:nvSpPr>
        <p:spPr>
          <a:xfrm>
            <a:off x="3187700" y="1300000"/>
            <a:ext cx="2857500" cy="464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Card 62"/>
          <p:cNvSpPr/>
          <p:nvPr/>
        </p:nvSpPr>
        <p:spPr>
          <a:xfrm>
            <a:off x="6172200" y="1300000"/>
            <a:ext cx="3035300" cy="464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Card 63"/>
          <p:cNvSpPr/>
          <p:nvPr/>
        </p:nvSpPr>
        <p:spPr>
          <a:xfrm>
            <a:off x="9334500" y="1300000"/>
            <a:ext cx="2730500" cy="464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8AC5DC-AF40-3F3D-69F9-75A8BC5778E9}"/>
              </a:ext>
            </a:extLst>
          </p:cNvPr>
          <p:cNvSpPr txBox="1"/>
          <p:nvPr/>
        </p:nvSpPr>
        <p:spPr>
          <a:xfrm>
            <a:off x="457199" y="239462"/>
            <a:ext cx="10964487" cy="540566"/>
          </a:xfrm>
          <a:prstGeom prst="rect">
            <a:avLst/>
          </a:prstGeom>
        </p:spPr>
        <p:txBody>
          <a:bodyPr wrap="square" anchor="ctr">
            <a:normAutofit lnSpcReduction="10000"/>
          </a:bodyPr>
          <a:lstStyle/>
          <a:p>
            <a:pPr algn="l"/>
            <a:r>
              <a:rPr lang="fr-FR" sz="3100" b="1" i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Kinéis </a:t>
            </a:r>
            <a:r>
              <a:rPr lang="fr-FR" sz="3100" b="1" i="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toolbox</a:t>
            </a:r>
            <a:endParaRPr lang="fr-FR" sz="3100" b="1" i="0">
              <a:gradFill>
                <a:gsLst>
                  <a:gs pos="38000">
                    <a:srgbClr val="E93676"/>
                  </a:gs>
                  <a:gs pos="100000">
                    <a:srgbClr val="FFC000"/>
                  </a:gs>
                </a:gsLst>
                <a:lin ang="21540000" scaled="0"/>
              </a:gradFill>
              <a:latin typeface="Barlow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73D544-C93D-7986-9F09-5DF063475270}"/>
              </a:ext>
            </a:extLst>
          </p:cNvPr>
          <p:cNvSpPr txBox="1"/>
          <p:nvPr/>
        </p:nvSpPr>
        <p:spPr>
          <a:xfrm>
            <a:off x="457199" y="760000"/>
            <a:ext cx="10964487" cy="380000"/>
          </a:xfrm>
          <a:prstGeom prst="rect">
            <a:avLst/>
          </a:prstGeom>
        </p:spPr>
        <p:txBody>
          <a:bodyPr wrap="square"/>
          <a:lstStyle/>
          <a:p>
            <a:r>
              <a:rPr lang="fr-FR" sz="1800" b="0" i="0">
                <a:solidFill>
                  <a:srgbClr val="AEB8C8"/>
                </a:solidFill>
                <a:latin typeface="Barlow"/>
              </a:rPr>
              <a:t>How to </a:t>
            </a:r>
            <a:r>
              <a:rPr lang="fr-FR" sz="1800" b="0" i="0" err="1">
                <a:solidFill>
                  <a:srgbClr val="AEB8C8"/>
                </a:solidFill>
                <a:latin typeface="Barlow"/>
              </a:rPr>
              <a:t>estimate</a:t>
            </a:r>
            <a:r>
              <a:rPr lang="fr-FR" sz="1800" b="0" i="0">
                <a:solidFill>
                  <a:srgbClr val="AEB8C8"/>
                </a:solidFill>
                <a:latin typeface="Barlow"/>
              </a:rPr>
              <a:t> NB-IoT performances on NTN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6CF2723-ECFF-FF82-EE5C-001EE6D449C6}"/>
              </a:ext>
            </a:extLst>
          </p:cNvPr>
          <p:cNvSpPr txBox="1"/>
          <p:nvPr/>
        </p:nvSpPr>
        <p:spPr>
          <a:xfrm>
            <a:off x="190500" y="3830354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  <a:latin typeface="Barlow"/>
              </a:rPr>
              <a:t>LENA-NB-IoT-NTN</a:t>
            </a:r>
          </a:p>
        </p:txBody>
      </p:sp>
      <p:pic>
        <p:nvPicPr>
          <p:cNvPr id="10" name="Image 9" descr="Espace presse dédié aux journalistes | b-com">
            <a:extLst>
              <a:ext uri="{FF2B5EF4-FFF2-40B4-BE49-F238E27FC236}">
                <a16:creationId xmlns:a16="http://schemas.microsoft.com/office/drawing/2014/main" id="{687C576C-9075-A9E9-A71E-A64499E1E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600" y="2341284"/>
            <a:ext cx="1106980" cy="296416"/>
          </a:xfrm>
          <a:prstGeom prst="rect">
            <a:avLst/>
          </a:prstGeom>
        </p:spPr>
      </p:pic>
      <p:pic>
        <p:nvPicPr>
          <p:cNvPr id="12" name="Image 11" descr="Centre national d'études spatiales — Wikipédia">
            <a:extLst>
              <a:ext uri="{FF2B5EF4-FFF2-40B4-BE49-F238E27FC236}">
                <a16:creationId xmlns:a16="http://schemas.microsoft.com/office/drawing/2014/main" id="{03E36B96-147C-A34E-BD3A-D95F01871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99" y="2785378"/>
            <a:ext cx="970352" cy="818407"/>
          </a:xfrm>
          <a:prstGeom prst="rect">
            <a:avLst/>
          </a:prstGeom>
        </p:spPr>
      </p:pic>
      <p:pic>
        <p:nvPicPr>
          <p:cNvPr id="13" name="Image 12" descr="VIVERIS | Aerospace Valley">
            <a:extLst>
              <a:ext uri="{FF2B5EF4-FFF2-40B4-BE49-F238E27FC236}">
                <a16:creationId xmlns:a16="http://schemas.microsoft.com/office/drawing/2014/main" id="{DBB7F2A1-A969-6B66-A3BD-801ADB42CFB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9644" y="2132063"/>
            <a:ext cx="1107435" cy="50592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2FCF19A-20AF-F2D1-D623-8DE80E11C181}"/>
              </a:ext>
            </a:extLst>
          </p:cNvPr>
          <p:cNvSpPr txBox="1"/>
          <p:nvPr/>
        </p:nvSpPr>
        <p:spPr>
          <a:xfrm>
            <a:off x="3993802" y="1474926"/>
            <a:ext cx="128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  <a:latin typeface="Barlow"/>
              </a:rPr>
              <a:t>Emulation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8736B0B-9EAA-8401-FF03-F8B79F6D7092}"/>
              </a:ext>
            </a:extLst>
          </p:cNvPr>
          <p:cNvSpPr txBox="1"/>
          <p:nvPr/>
        </p:nvSpPr>
        <p:spPr>
          <a:xfrm>
            <a:off x="6875322" y="1501412"/>
            <a:ext cx="163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  <a:latin typeface="Barlow"/>
              </a:rPr>
              <a:t>Bench Tests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A86FCA1-BA11-9BDD-6FF8-CB8665DF6FF1}"/>
              </a:ext>
            </a:extLst>
          </p:cNvPr>
          <p:cNvSpPr txBox="1"/>
          <p:nvPr/>
        </p:nvSpPr>
        <p:spPr>
          <a:xfrm>
            <a:off x="9660712" y="1480310"/>
            <a:ext cx="2166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>
                <a:solidFill>
                  <a:srgbClr val="FFFFFF"/>
                </a:solidFill>
                <a:latin typeface="Barlow"/>
              </a:rPr>
              <a:t>In </a:t>
            </a:r>
            <a:r>
              <a:rPr lang="fr-FR" b="1" err="1">
                <a:solidFill>
                  <a:srgbClr val="FFFFFF"/>
                </a:solidFill>
                <a:latin typeface="Barlow"/>
              </a:rPr>
              <a:t>Orbit</a:t>
            </a:r>
            <a:r>
              <a:rPr lang="fr-FR" b="1">
                <a:solidFill>
                  <a:srgbClr val="FFFFFF"/>
                </a:solidFill>
                <a:latin typeface="Barlow"/>
              </a:rPr>
              <a:t> Testing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08BCA43B-927E-37B1-BCE4-083854840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54" y="1290465"/>
            <a:ext cx="1819003" cy="2574476"/>
          </a:xfrm>
          <a:prstGeom prst="rect">
            <a:avLst/>
          </a:prstGeom>
        </p:spPr>
      </p:pic>
      <p:pic>
        <p:nvPicPr>
          <p:cNvPr id="34" name="Image 33" descr="Nextcloud foundation Amarisoft">
            <a:extLst>
              <a:ext uri="{FF2B5EF4-FFF2-40B4-BE49-F238E27FC236}">
                <a16:creationId xmlns:a16="http://schemas.microsoft.com/office/drawing/2014/main" id="{CFAABCE2-0E80-545F-9B5C-C6B2BB2B4F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766" y="4382778"/>
            <a:ext cx="1447761" cy="369333"/>
          </a:xfrm>
          <a:prstGeom prst="rect">
            <a:avLst/>
          </a:prstGeom>
        </p:spPr>
      </p:pic>
      <p:pic>
        <p:nvPicPr>
          <p:cNvPr id="37" name="Image 36" descr="Nextcloud foundation Amarisoft">
            <a:extLst>
              <a:ext uri="{FF2B5EF4-FFF2-40B4-BE49-F238E27FC236}">
                <a16:creationId xmlns:a16="http://schemas.microsoft.com/office/drawing/2014/main" id="{1C9694D5-ED9A-9BF4-555D-7D3B68E36A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850" y="4253889"/>
            <a:ext cx="1447761" cy="369333"/>
          </a:xfrm>
          <a:prstGeom prst="rect">
            <a:avLst/>
          </a:prstGeom>
        </p:spPr>
      </p:pic>
      <p:pic>
        <p:nvPicPr>
          <p:cNvPr id="39" name="Image 38" descr="Amarisoft LTE Call box Mini 5G 4G 3GPP compliant">
            <a:extLst>
              <a:ext uri="{FF2B5EF4-FFF2-40B4-BE49-F238E27FC236}">
                <a16:creationId xmlns:a16="http://schemas.microsoft.com/office/drawing/2014/main" id="{31535AC6-9A8B-F033-C639-7370F8D157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1951" y="3345345"/>
            <a:ext cx="953911" cy="985897"/>
          </a:xfrm>
          <a:prstGeom prst="rect">
            <a:avLst/>
          </a:prstGeom>
        </p:spPr>
      </p:pic>
      <p:pic>
        <p:nvPicPr>
          <p:cNvPr id="42" name="Image 41" descr="NORDIC SEMICONDUCTOR NRF52-DK">
            <a:extLst>
              <a:ext uri="{FF2B5EF4-FFF2-40B4-BE49-F238E27FC236}">
                <a16:creationId xmlns:a16="http://schemas.microsoft.com/office/drawing/2014/main" id="{061AF02F-38D9-B39A-BF0D-CECDD6C5B8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4322" y="3752008"/>
            <a:ext cx="563295" cy="267565"/>
          </a:xfrm>
          <a:prstGeom prst="rect">
            <a:avLst/>
          </a:prstGeom>
        </p:spPr>
      </p:pic>
      <p:pic>
        <p:nvPicPr>
          <p:cNvPr id="43" name="Image 42" descr="Nordic Semiconductor — Wikipédia">
            <a:extLst>
              <a:ext uri="{FF2B5EF4-FFF2-40B4-BE49-F238E27FC236}">
                <a16:creationId xmlns:a16="http://schemas.microsoft.com/office/drawing/2014/main" id="{EB4F47FB-6F59-C54C-D024-29A9FE37F1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8167" y="4076054"/>
            <a:ext cx="506612" cy="433660"/>
          </a:xfrm>
          <a:prstGeom prst="rect">
            <a:avLst/>
          </a:prstGeom>
        </p:spPr>
      </p:pic>
      <p:pic>
        <p:nvPicPr>
          <p:cNvPr id="44" name="Image 43" descr="LBAD0XX1SC-DMZA-EVK-B MURATA, Kit d'évaluation, LBAD0XX1SC, Module LTE Cat  M1/NB-IoT | Farnell® France">
            <a:extLst>
              <a:ext uri="{FF2B5EF4-FFF2-40B4-BE49-F238E27FC236}">
                <a16:creationId xmlns:a16="http://schemas.microsoft.com/office/drawing/2014/main" id="{2A927A33-A3F2-FCB5-8B4A-0E3CBCA24F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2124" y="3734226"/>
            <a:ext cx="532218" cy="358396"/>
          </a:xfrm>
          <a:prstGeom prst="rect">
            <a:avLst/>
          </a:prstGeom>
        </p:spPr>
      </p:pic>
      <p:pic>
        <p:nvPicPr>
          <p:cNvPr id="45" name="Image 44" descr="Murata Manufacturing">
            <a:extLst>
              <a:ext uri="{FF2B5EF4-FFF2-40B4-BE49-F238E27FC236}">
                <a16:creationId xmlns:a16="http://schemas.microsoft.com/office/drawing/2014/main" id="{BAC6B7EE-0262-EBA9-1A30-55F1EDA445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0800" y="4227327"/>
            <a:ext cx="547901" cy="188769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B06F6B59-5C51-CD32-69AA-2E32C08B21D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560" t="1608" r="560" b="5905"/>
          <a:stretch>
            <a:fillRect/>
          </a:stretch>
        </p:blipFill>
        <p:spPr>
          <a:xfrm>
            <a:off x="3395664" y="2947095"/>
            <a:ext cx="1274474" cy="1417089"/>
          </a:xfrm>
          <a:prstGeom prst="rect">
            <a:avLst/>
          </a:prstGeom>
        </p:spPr>
      </p:pic>
      <p:pic>
        <p:nvPicPr>
          <p:cNvPr id="48" name="Image 47" descr="NEYOS | LinkedIn">
            <a:extLst>
              <a:ext uri="{FF2B5EF4-FFF2-40B4-BE49-F238E27FC236}">
                <a16:creationId xmlns:a16="http://schemas.microsoft.com/office/drawing/2014/main" id="{60F979E1-B645-FB2A-4658-3BCDB7D19A9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65071" y="2130974"/>
            <a:ext cx="717036" cy="717036"/>
          </a:xfrm>
          <a:prstGeom prst="rect">
            <a:avLst/>
          </a:prstGeom>
        </p:spPr>
      </p:pic>
      <p:pic>
        <p:nvPicPr>
          <p:cNvPr id="49" name="Espace réservé du contenu 6">
            <a:extLst>
              <a:ext uri="{FF2B5EF4-FFF2-40B4-BE49-F238E27FC236}">
                <a16:creationId xmlns:a16="http://schemas.microsoft.com/office/drawing/2014/main" id="{6D89135E-10B3-99D9-41A0-4F438B314E60}"/>
              </a:ext>
            </a:extLst>
          </p:cNvPr>
          <p:cNvPicPr>
            <a:picLocks noGrp="1"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90120" y="4289572"/>
            <a:ext cx="2558529" cy="130130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E256EA17-9F93-ACFB-AEAA-292A7DB3A4D8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907" y="3178372"/>
            <a:ext cx="1616611" cy="924428"/>
          </a:xfrm>
          <a:prstGeom prst="rect">
            <a:avLst/>
          </a:prstGeom>
        </p:spPr>
      </p:pic>
      <p:pic>
        <p:nvPicPr>
          <p:cNvPr id="51" name="Image 50" descr="Rencontre : Philippe ARNAUD et Alexandre BERNELIN - PAD - Agence de design  produit industriel - Blog Esprit Design">
            <a:extLst>
              <a:ext uri="{FF2B5EF4-FFF2-40B4-BE49-F238E27FC236}">
                <a16:creationId xmlns:a16="http://schemas.microsoft.com/office/drawing/2014/main" id="{1F811F8B-E6A9-BECD-4B28-9D93CBD8799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85391" y="3422381"/>
            <a:ext cx="791415" cy="627279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3F5031E5-373B-F99E-826C-465997543750}"/>
              </a:ext>
            </a:extLst>
          </p:cNvPr>
          <p:cNvSpPr txBox="1"/>
          <p:nvPr/>
        </p:nvSpPr>
        <p:spPr>
          <a:xfrm>
            <a:off x="150663" y="4379650"/>
            <a:ext cx="2985082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CF2E68"/>
              </a:buClr>
              <a:buFont typeface="Wingdings" panose="05000000000000000000" pitchFamily="2" charset="2"/>
              <a:buChar char="è"/>
            </a:pPr>
            <a:r>
              <a:rPr lang="fr-FR" sz="1200" dirty="0">
                <a:solidFill>
                  <a:srgbClr val="FFFFFF"/>
                </a:solidFill>
                <a:latin typeface="Barlow"/>
              </a:rPr>
              <a:t>A fork of LENA NB-IoT 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modified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for NTN</a:t>
            </a:r>
          </a:p>
          <a:p>
            <a:pPr marL="171450" indent="-171450">
              <a:lnSpc>
                <a:spcPct val="150000"/>
              </a:lnSpc>
              <a:buClr>
                <a:srgbClr val="CF2E68"/>
              </a:buClr>
              <a:buFont typeface="Wingdings" panose="05000000000000000000" pitchFamily="2" charset="2"/>
              <a:buChar char="è"/>
            </a:pPr>
            <a:r>
              <a:rPr lang="fr-FR" sz="1200" dirty="0">
                <a:solidFill>
                  <a:srgbClr val="FFFFFF"/>
                </a:solidFill>
                <a:latin typeface="Barlow"/>
              </a:rPr>
              <a:t>A 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powerfull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tool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to 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evaluate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thousands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of 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connected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devices</a:t>
            </a:r>
            <a:endParaRPr lang="fr-FR" sz="1200" dirty="0">
              <a:solidFill>
                <a:srgbClr val="FFFFFF"/>
              </a:solidFill>
              <a:latin typeface="Barlow"/>
            </a:endParaRPr>
          </a:p>
          <a:p>
            <a:pPr marL="171450" indent="-171450">
              <a:lnSpc>
                <a:spcPct val="150000"/>
              </a:lnSpc>
              <a:buClr>
                <a:srgbClr val="CF2E68"/>
              </a:buClr>
              <a:buFont typeface="Wingdings" panose="05000000000000000000" pitchFamily="2" charset="2"/>
              <a:buChar char="è"/>
            </a:pPr>
            <a:r>
              <a:rPr lang="fr-FR" sz="1200" dirty="0">
                <a:solidFill>
                  <a:srgbClr val="FFFFFF"/>
                </a:solidFill>
                <a:latin typeface="Barlow"/>
              </a:rPr>
              <a:t>Calibration on UESIM and In-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Orbit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Testing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72862F06-BD43-ED4A-CA6A-7D8228D9B227}"/>
              </a:ext>
            </a:extLst>
          </p:cNvPr>
          <p:cNvSpPr txBox="1"/>
          <p:nvPr/>
        </p:nvSpPr>
        <p:spPr>
          <a:xfrm>
            <a:off x="3205052" y="4894706"/>
            <a:ext cx="2733906" cy="117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CF2E68"/>
              </a:buClr>
              <a:buFont typeface="Wingdings" panose="05000000000000000000" pitchFamily="2" charset="2"/>
              <a:buChar char="è"/>
            </a:pPr>
            <a:r>
              <a:rPr lang="fr-FR" sz="1200" dirty="0" err="1">
                <a:solidFill>
                  <a:srgbClr val="FFFFFF"/>
                </a:solidFill>
                <a:latin typeface="Barlow"/>
              </a:rPr>
              <a:t>Validate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/ Compare LENA-NB-IoT-NTN</a:t>
            </a:r>
          </a:p>
          <a:p>
            <a:pPr marL="171450" indent="-171450">
              <a:lnSpc>
                <a:spcPct val="150000"/>
              </a:lnSpc>
              <a:buClr>
                <a:srgbClr val="CF2E68"/>
              </a:buClr>
              <a:buFont typeface="Wingdings" panose="05000000000000000000" pitchFamily="2" charset="2"/>
              <a:buChar char="è"/>
            </a:pPr>
            <a:r>
              <a:rPr lang="fr-FR" sz="1200" dirty="0" err="1">
                <a:solidFill>
                  <a:srgbClr val="FFFFFF"/>
                </a:solidFill>
                <a:latin typeface="Barlow"/>
              </a:rPr>
              <a:t>Evaluate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system 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under</a:t>
            </a:r>
            <a:r>
              <a:rPr lang="fr-FR" sz="1200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sz="1200" dirty="0" err="1">
                <a:solidFill>
                  <a:srgbClr val="FFFFFF"/>
                </a:solidFill>
                <a:latin typeface="Barlow"/>
              </a:rPr>
              <a:t>load</a:t>
            </a:r>
            <a:endParaRPr lang="fr-FR" sz="1200" dirty="0">
              <a:solidFill>
                <a:srgbClr val="FFFFFF"/>
              </a:solidFill>
              <a:latin typeface="Barlow"/>
            </a:endParaRPr>
          </a:p>
          <a:p>
            <a:pPr>
              <a:lnSpc>
                <a:spcPct val="150000"/>
              </a:lnSpc>
            </a:pPr>
            <a:endParaRPr lang="fr-FR" sz="1200" dirty="0">
              <a:solidFill>
                <a:srgbClr val="FFFFFF"/>
              </a:solidFill>
              <a:latin typeface="Barlow"/>
            </a:endParaRPr>
          </a:p>
          <a:p>
            <a:pPr>
              <a:lnSpc>
                <a:spcPct val="150000"/>
              </a:lnSpc>
            </a:pPr>
            <a:endParaRPr lang="fr-FR" sz="1200" dirty="0">
              <a:solidFill>
                <a:srgbClr val="FFFFFF"/>
              </a:solidFill>
              <a:latin typeface="Barlow"/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7DC99D4-0B4E-EE6E-B787-B5C8D342A3C9}"/>
              </a:ext>
            </a:extLst>
          </p:cNvPr>
          <p:cNvSpPr txBox="1"/>
          <p:nvPr/>
        </p:nvSpPr>
        <p:spPr>
          <a:xfrm>
            <a:off x="6342286" y="4863135"/>
            <a:ext cx="2733906" cy="117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CF2E68"/>
              </a:buClr>
              <a:buFont typeface="Wingdings" panose="05000000000000000000" pitchFamily="2" charset="2"/>
              <a:buChar char="è"/>
            </a:pPr>
            <a:r>
              <a:rPr lang="fr-FR" sz="1200" err="1">
                <a:solidFill>
                  <a:srgbClr val="FFFFFF"/>
                </a:solidFill>
                <a:latin typeface="Barlow"/>
              </a:rPr>
              <a:t>Capacity</a:t>
            </a:r>
            <a:r>
              <a:rPr lang="fr-FR" sz="1200">
                <a:solidFill>
                  <a:srgbClr val="FFFFFF"/>
                </a:solidFill>
                <a:latin typeface="Barlow"/>
              </a:rPr>
              <a:t> estimation</a:t>
            </a:r>
          </a:p>
          <a:p>
            <a:pPr marL="171450" indent="-171450">
              <a:lnSpc>
                <a:spcPct val="150000"/>
              </a:lnSpc>
              <a:buClr>
                <a:srgbClr val="CF2E68"/>
              </a:buClr>
              <a:buFont typeface="Wingdings" panose="05000000000000000000" pitchFamily="2" charset="2"/>
              <a:buChar char="è"/>
            </a:pPr>
            <a:r>
              <a:rPr lang="fr-FR" sz="1200">
                <a:solidFill>
                  <a:srgbClr val="FFFFFF"/>
                </a:solidFill>
                <a:latin typeface="Barlow"/>
              </a:rPr>
              <a:t>Channel </a:t>
            </a:r>
            <a:r>
              <a:rPr lang="fr-FR" sz="1200" err="1">
                <a:solidFill>
                  <a:srgbClr val="FFFFFF"/>
                </a:solidFill>
                <a:latin typeface="Barlow"/>
              </a:rPr>
              <a:t>optimization</a:t>
            </a:r>
            <a:endParaRPr lang="fr-FR" sz="1200">
              <a:solidFill>
                <a:srgbClr val="FFFFFF"/>
              </a:solidFill>
              <a:latin typeface="Barlow"/>
            </a:endParaRPr>
          </a:p>
          <a:p>
            <a:pPr marL="171450" indent="-171450">
              <a:lnSpc>
                <a:spcPct val="150000"/>
              </a:lnSpc>
              <a:buClr>
                <a:srgbClr val="CF2E68"/>
              </a:buClr>
              <a:buFont typeface="Wingdings" panose="05000000000000000000" pitchFamily="2" charset="2"/>
              <a:buChar char="è"/>
            </a:pPr>
            <a:r>
              <a:rPr lang="fr-FR" sz="1200" err="1">
                <a:solidFill>
                  <a:srgbClr val="FFFFFF"/>
                </a:solidFill>
                <a:latin typeface="Barlow"/>
              </a:rPr>
              <a:t>Devices</a:t>
            </a:r>
            <a:r>
              <a:rPr lang="fr-FR" sz="1200">
                <a:solidFill>
                  <a:srgbClr val="FFFFFF"/>
                </a:solidFill>
                <a:latin typeface="Barlow"/>
              </a:rPr>
              <a:t> and radio </a:t>
            </a:r>
            <a:r>
              <a:rPr lang="fr-FR" sz="1200" err="1">
                <a:solidFill>
                  <a:srgbClr val="FFFFFF"/>
                </a:solidFill>
                <a:latin typeface="Barlow"/>
              </a:rPr>
              <a:t>evaluation</a:t>
            </a:r>
            <a:endParaRPr lang="fr-FR" sz="1200">
              <a:solidFill>
                <a:srgbClr val="FFFFFF"/>
              </a:solidFill>
              <a:latin typeface="Barlow"/>
            </a:endParaRPr>
          </a:p>
          <a:p>
            <a:pPr>
              <a:lnSpc>
                <a:spcPct val="150000"/>
              </a:lnSpc>
            </a:pPr>
            <a:endParaRPr lang="fr-FR" sz="1200">
              <a:solidFill>
                <a:srgbClr val="FFFFFF"/>
              </a:solidFill>
              <a:latin typeface="Barlow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E0F816B-8BB5-CC8D-191D-5980CD68D720}"/>
              </a:ext>
            </a:extLst>
          </p:cNvPr>
          <p:cNvSpPr txBox="1"/>
          <p:nvPr/>
        </p:nvSpPr>
        <p:spPr>
          <a:xfrm>
            <a:off x="1085761" y="1478035"/>
            <a:ext cx="128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FFFF"/>
                </a:solidFill>
                <a:latin typeface="Barlow"/>
              </a:rPr>
              <a:t>Simulation</a:t>
            </a:r>
          </a:p>
        </p:txBody>
      </p:sp>
      <p:sp>
        <p:nvSpPr>
          <p:cNvPr id="64" name="Footer copyright"/>
          <p:cNvSpPr txBox="1"/>
          <p:nvPr/>
        </p:nvSpPr>
        <p:spPr>
          <a:xfrm>
            <a:off x="1715081" y="6426365"/>
            <a:ext cx="5000000" cy="2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en-US" sz="1000">
                <a:solidFill>
                  <a:srgbClr val="FFFFFF"/>
                </a:solidFill>
                <a:latin typeface="Barlow"/>
              </a:rPr>
              <a:t>© 2026 Kinéis. All rights reserved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576FFC5-C589-988D-A7F1-0317C7273B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906" y="1890439"/>
            <a:ext cx="1613738" cy="90169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1914398-3B87-1BF3-7A0A-E304A62D264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55789" y="1882865"/>
            <a:ext cx="1613738" cy="90169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AAB2931-1FDF-6CE9-535E-B1ACFEA1614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9581" y="1996033"/>
            <a:ext cx="1613738" cy="90169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BEF6BC68-4720-D740-18A8-B70C8CDC534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42917" y="2029952"/>
            <a:ext cx="1613738" cy="90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6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1" grpId="0"/>
      <p:bldP spid="57" grpId="0"/>
      <p:bldP spid="59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rd 14"/>
          <p:cNvSpPr/>
          <p:nvPr/>
        </p:nvSpPr>
        <p:spPr>
          <a:xfrm>
            <a:off x="457200" y="1219200"/>
            <a:ext cx="4572000" cy="43688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Card 15"/>
          <p:cNvSpPr/>
          <p:nvPr/>
        </p:nvSpPr>
        <p:spPr>
          <a:xfrm>
            <a:off x="5181600" y="1219200"/>
            <a:ext cx="6553200" cy="43688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9478E18-DDF8-622F-8F01-282FFFDD3464}"/>
              </a:ext>
            </a:extLst>
          </p:cNvPr>
          <p:cNvSpPr txBox="1"/>
          <p:nvPr/>
        </p:nvSpPr>
        <p:spPr>
          <a:xfrm>
            <a:off x="457199" y="239462"/>
            <a:ext cx="10964487" cy="540566"/>
          </a:xfrm>
          <a:prstGeom prst="rect">
            <a:avLst/>
          </a:prstGeom>
        </p:spPr>
        <p:txBody>
          <a:bodyPr wrap="square" anchor="ctr">
            <a:normAutofit lnSpcReduction="10000"/>
          </a:bodyPr>
          <a:lstStyle/>
          <a:p>
            <a:pPr algn="l"/>
            <a:r>
              <a:rPr lang="fr-FR" sz="3100" b="1" i="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First </a:t>
            </a:r>
            <a:r>
              <a:rPr lang="fr-FR" sz="3100" b="1" i="0" dirty="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experimental</a:t>
            </a:r>
            <a:r>
              <a:rPr lang="fr-FR" sz="3100" b="1" i="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</a:t>
            </a:r>
            <a:r>
              <a:rPr lang="fr-FR" sz="3100" b="1" i="0" dirty="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work</a:t>
            </a:r>
            <a:r>
              <a:rPr lang="fr-FR" sz="3100" b="1" i="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over GEO satellite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BACD56-E95D-1359-048F-C9106378D093}"/>
              </a:ext>
            </a:extLst>
          </p:cNvPr>
          <p:cNvSpPr txBox="1"/>
          <p:nvPr/>
        </p:nvSpPr>
        <p:spPr>
          <a:xfrm>
            <a:off x="457199" y="5700000"/>
            <a:ext cx="10964487" cy="580448"/>
          </a:xfrm>
          <a:prstGeom prst="rect">
            <a:avLst/>
          </a:prstGeom>
        </p:spPr>
        <p:txBody>
          <a:bodyPr wrap="square" lIns="91440" tIns="45720" rIns="91440" bIns="45720" anchor="t"/>
          <a:lstStyle/>
          <a:p>
            <a:pPr algn="l"/>
            <a:r>
              <a:rPr lang="fr-FR" sz="1100" i="0" dirty="0">
                <a:solidFill>
                  <a:srgbClr val="AEB8C8"/>
                </a:solidFill>
                <a:latin typeface="Barlow"/>
              </a:rPr>
              <a:t>"</a:t>
            </a:r>
            <a:r>
              <a:rPr lang="fr-FR" sz="1100" i="0" dirty="0" err="1">
                <a:solidFill>
                  <a:srgbClr val="AEB8C8"/>
                </a:solidFill>
                <a:latin typeface="Barlow"/>
              </a:rPr>
              <a:t>Experimental</a:t>
            </a:r>
            <a:r>
              <a:rPr lang="fr-FR" sz="1100" i="0" dirty="0">
                <a:solidFill>
                  <a:srgbClr val="AEB8C8"/>
                </a:solidFill>
                <a:latin typeface="Barlow"/>
              </a:rPr>
              <a:t> Evaluation of NB-IoT </a:t>
            </a:r>
            <a:r>
              <a:rPr lang="fr-FR" sz="1100" i="0" dirty="0" err="1">
                <a:solidFill>
                  <a:srgbClr val="AEB8C8"/>
                </a:solidFill>
                <a:latin typeface="Barlow"/>
              </a:rPr>
              <a:t>Uplink</a:t>
            </a:r>
            <a:r>
              <a:rPr lang="fr-FR" sz="1100" i="0" dirty="0">
                <a:solidFill>
                  <a:srgbClr val="AEB8C8"/>
                </a:solidFill>
                <a:latin typeface="Barlow"/>
              </a:rPr>
              <a:t> Limits over GEO satellite"</a:t>
            </a:r>
            <a:r>
              <a:rPr lang="fr-FR" sz="1100" b="0" i="0" dirty="0">
                <a:solidFill>
                  <a:srgbClr val="AEB8C8"/>
                </a:solidFill>
                <a:latin typeface="Barlow"/>
              </a:rPr>
              <a:t>, in Proc. Int. Wireless Communications</a:t>
            </a:r>
            <a:r>
              <a:rPr lang="fr-FR" sz="1100" dirty="0">
                <a:solidFill>
                  <a:srgbClr val="AEB8C8"/>
                </a:solidFill>
                <a:latin typeface="Barlow"/>
              </a:rPr>
              <a:t> </a:t>
            </a:r>
            <a:r>
              <a:rPr lang="fr-FR" sz="1100" b="0" i="0" dirty="0">
                <a:solidFill>
                  <a:srgbClr val="AEB8C8"/>
                </a:solidFill>
                <a:latin typeface="Barlow"/>
              </a:rPr>
              <a:t>and Mobile </a:t>
            </a:r>
            <a:r>
              <a:rPr lang="fr-FR" sz="1100" b="0" i="0" dirty="0" err="1">
                <a:solidFill>
                  <a:srgbClr val="AEB8C8"/>
                </a:solidFill>
                <a:latin typeface="Barlow"/>
              </a:rPr>
              <a:t>Computing</a:t>
            </a:r>
            <a:r>
              <a:rPr lang="fr-FR" sz="1100" b="0" i="0" dirty="0">
                <a:solidFill>
                  <a:srgbClr val="AEB8C8"/>
                </a:solidFill>
                <a:latin typeface="Barlow"/>
              </a:rPr>
              <a:t> Conf. (</a:t>
            </a:r>
            <a:r>
              <a:rPr lang="fr-FR" sz="1100" i="0" dirty="0">
                <a:solidFill>
                  <a:srgbClr val="AEB8C8"/>
                </a:solidFill>
                <a:latin typeface="Barlow"/>
              </a:rPr>
              <a:t>IWCMC</a:t>
            </a:r>
            <a:r>
              <a:rPr lang="fr-FR" sz="1100" b="0" i="0" dirty="0">
                <a:solidFill>
                  <a:srgbClr val="AEB8C8"/>
                </a:solidFill>
                <a:latin typeface="Barlow"/>
              </a:rPr>
              <a:t>, Shanghai), IEEE, 2026</a:t>
            </a:r>
            <a:endParaRPr lang="fr-FR" sz="1100" dirty="0">
              <a:solidFill>
                <a:srgbClr val="AEB8C8"/>
              </a:solidFill>
              <a:latin typeface="Barlow"/>
            </a:endParaRPr>
          </a:p>
          <a:p>
            <a:pPr algn="l"/>
            <a:endParaRPr lang="fr-FR" sz="1100" dirty="0">
              <a:solidFill>
                <a:srgbClr val="AEB8C8"/>
              </a:solidFill>
              <a:latin typeface="Barlow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A807344-FA38-AC65-0F05-0BC23E06A4B5}"/>
              </a:ext>
            </a:extLst>
          </p:cNvPr>
          <p:cNvSpPr txBox="1"/>
          <p:nvPr/>
        </p:nvSpPr>
        <p:spPr>
          <a:xfrm>
            <a:off x="5334000" y="4081819"/>
            <a:ext cx="6273800" cy="15061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ts val="1950"/>
              </a:lnSpc>
              <a:buClr>
                <a:srgbClr val="CF2E68"/>
              </a:buClr>
              <a:buFont typeface=""/>
              <a:buChar char="•"/>
            </a:pPr>
            <a:r>
              <a:rPr lang="en-US" sz="140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Latency strongly variate in function of packet size &amp; link adaptation ( coding rate , repetition).</a:t>
            </a:r>
          </a:p>
          <a:p>
            <a:pPr>
              <a:lnSpc>
                <a:spcPts val="1950"/>
              </a:lnSpc>
            </a:pPr>
            <a:endParaRPr lang="en-US" sz="1400" dirty="0">
              <a:solidFill>
                <a:srgbClr val="FFFFFF"/>
              </a:solidFill>
              <a:latin typeface="Barlow"/>
              <a:ea typeface="Arial"/>
              <a:cs typeface="Arial"/>
            </a:endParaRPr>
          </a:p>
          <a:p>
            <a:pPr marL="228600" indent="-228600">
              <a:lnSpc>
                <a:spcPts val="1950"/>
              </a:lnSpc>
              <a:buClr>
                <a:srgbClr val="CF2E68"/>
              </a:buClr>
              <a:buFont typeface=""/>
              <a:buChar char="•"/>
            </a:pPr>
            <a:r>
              <a:rPr lang="en-US" sz="1400" b="0" i="0" u="none" strike="noStrike" baseline="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Results highlight the need for careful </a:t>
            </a:r>
            <a:r>
              <a:rPr lang="en-US" sz="140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channel aware Link adaptation</a:t>
            </a:r>
            <a:r>
              <a:rPr lang="en-US" sz="1400" b="0" i="0" u="none" strike="noStrike" baseline="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with </a:t>
            </a:r>
            <a:r>
              <a:rPr lang="en-US" sz="1400" b="0" i="0" u="none" strike="noStrike" baseline="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QoS / resource optimization</a:t>
            </a:r>
            <a:r>
              <a:rPr lang="en-US" sz="1400" b="0" i="0" u="none" strike="noStrike" baseline="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 in GEO satellite </a:t>
            </a:r>
            <a:r>
              <a:rPr lang="en-US" sz="140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NB-IoT</a:t>
            </a:r>
            <a:r>
              <a:rPr lang="en-US" sz="1400" b="0" i="0" u="none" strike="noStrike" baseline="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 systems</a:t>
            </a:r>
            <a:r>
              <a:rPr lang="en-US" sz="1400" b="0" i="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​</a:t>
            </a:r>
            <a:r>
              <a:rPr lang="en-US" sz="1400" dirty="0">
                <a:solidFill>
                  <a:srgbClr val="FFFFFF"/>
                </a:solidFill>
                <a:latin typeface="Barlow"/>
                <a:ea typeface="Arial"/>
                <a:cs typeface="Arial"/>
              </a:rPr>
              <a:t>.</a:t>
            </a:r>
            <a:endParaRPr lang="en-US" sz="1400" dirty="0">
              <a:solidFill>
                <a:srgbClr val="FFFFFF"/>
              </a:solidFill>
              <a:latin typeface="Barlow"/>
            </a:endParaRPr>
          </a:p>
          <a:p>
            <a:pPr algn="ctr"/>
            <a:endParaRPr lang="fr-FR" sz="1400" dirty="0">
              <a:solidFill>
                <a:srgbClr val="FFFFFF"/>
              </a:solidFill>
              <a:latin typeface="Barlow"/>
            </a:endParaRPr>
          </a:p>
        </p:txBody>
      </p:sp>
      <p:pic>
        <p:nvPicPr>
          <p:cNvPr id="11" name="Espace réservé du contenu 10" descr="Une image contenant texte, Appareils électroniques, ordinateur, Matériel d’ordinateur&#10;&#10;Le contenu généré par l’IA peut être incorrect.">
            <a:extLst>
              <a:ext uri="{FF2B5EF4-FFF2-40B4-BE49-F238E27FC236}">
                <a16:creationId xmlns:a16="http://schemas.microsoft.com/office/drawing/2014/main" id="{7FA3B439-C3D3-914C-C67E-8C08DB553F3C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1320800"/>
            <a:ext cx="2667000" cy="1343771"/>
          </a:xfrm>
          <a:prstGeom prst="rect">
            <a:avLst/>
          </a:prstGeom>
        </p:spPr>
      </p:pic>
      <p:pic>
        <p:nvPicPr>
          <p:cNvPr id="13" name="Image 1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8E24639-CCFD-81E9-BB9F-616E54448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1320800"/>
            <a:ext cx="3556000" cy="268481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8AA9047-0E77-7FF5-8155-C728AF408F01}"/>
              </a:ext>
            </a:extLst>
          </p:cNvPr>
          <p:cNvSpPr txBox="1"/>
          <p:nvPr/>
        </p:nvSpPr>
        <p:spPr>
          <a:xfrm>
            <a:off x="1981200" y="2689971"/>
            <a:ext cx="1524000" cy="304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rgbClr val="FFFFFF"/>
                </a:solidFill>
                <a:latin typeface="Barlow"/>
              </a:rPr>
              <a:t>In  LAB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F04BE19-7F1F-CFB8-E5FE-382DC085EA3F}"/>
              </a:ext>
            </a:extLst>
          </p:cNvPr>
          <p:cNvSpPr txBox="1"/>
          <p:nvPr/>
        </p:nvSpPr>
        <p:spPr>
          <a:xfrm>
            <a:off x="2214880" y="5064601"/>
            <a:ext cx="1524000" cy="304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rgbClr val="FFFFFF"/>
                </a:solidFill>
                <a:latin typeface="Barlow"/>
              </a:rPr>
              <a:t>In </a:t>
            </a:r>
            <a:r>
              <a:rPr lang="fr-FR" sz="1400" b="1" dirty="0" err="1">
                <a:solidFill>
                  <a:srgbClr val="FFFFFF"/>
                </a:solidFill>
                <a:latin typeface="Barlow"/>
              </a:rPr>
              <a:t>Orbit</a:t>
            </a:r>
            <a:endParaRPr lang="fr-FR" sz="1400" b="1" dirty="0">
              <a:solidFill>
                <a:srgbClr val="FFFFFF"/>
              </a:solidFill>
              <a:latin typeface="Barlow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9ABFA0-216E-872F-38D6-85C74637E8B2}"/>
              </a:ext>
            </a:extLst>
          </p:cNvPr>
          <p:cNvSpPr/>
          <p:nvPr/>
        </p:nvSpPr>
        <p:spPr>
          <a:xfrm>
            <a:off x="9022728" y="2861382"/>
            <a:ext cx="1171264" cy="2743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Barlow"/>
            </a:endParaRPr>
          </a:p>
        </p:txBody>
      </p:sp>
      <p:sp>
        <p:nvSpPr>
          <p:cNvPr id="16" name="Footer copyright"/>
          <p:cNvSpPr txBox="1"/>
          <p:nvPr/>
        </p:nvSpPr>
        <p:spPr>
          <a:xfrm>
            <a:off x="1715081" y="6426365"/>
            <a:ext cx="5000000" cy="2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en-US" sz="1000">
                <a:solidFill>
                  <a:srgbClr val="FFFFFF"/>
                </a:solidFill>
                <a:latin typeface="Barlow"/>
              </a:rPr>
              <a:t>© 2026 Kinéis. All rights reserved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4E3668ED-D4BA-0D1D-1CFA-D003DAEA1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306" y="3220511"/>
            <a:ext cx="2770934" cy="194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0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rd 18"/>
          <p:cNvSpPr/>
          <p:nvPr/>
        </p:nvSpPr>
        <p:spPr>
          <a:xfrm>
            <a:off x="457200" y="914400"/>
            <a:ext cx="5130800" cy="467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ard 19"/>
          <p:cNvSpPr/>
          <p:nvPr/>
        </p:nvSpPr>
        <p:spPr>
          <a:xfrm>
            <a:off x="5740400" y="914400"/>
            <a:ext cx="5994400" cy="4673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7615F4-8845-4BB6-7783-48EB748ECD5A}"/>
              </a:ext>
            </a:extLst>
          </p:cNvPr>
          <p:cNvSpPr txBox="1"/>
          <p:nvPr/>
        </p:nvSpPr>
        <p:spPr>
          <a:xfrm>
            <a:off x="457199" y="239462"/>
            <a:ext cx="10964487" cy="540566"/>
          </a:xfrm>
          <a:prstGeom prst="rect">
            <a:avLst/>
          </a:prstGeom>
        </p:spPr>
        <p:txBody>
          <a:bodyPr wrap="square" anchor="ctr">
            <a:normAutofit lnSpcReduction="10000"/>
          </a:bodyPr>
          <a:lstStyle/>
          <a:p>
            <a:pPr algn="l"/>
            <a:r>
              <a:rPr lang="fr-FR" sz="3100" b="1" i="0" dirty="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Optimization</a:t>
            </a:r>
            <a:r>
              <a:rPr lang="fr-FR" sz="3100" b="1" i="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: Link Adaptation (LA) </a:t>
            </a:r>
            <a:r>
              <a:rPr lang="fr-FR" sz="3100" b="1" i="0" dirty="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Algorithms</a:t>
            </a:r>
            <a:endParaRPr lang="fr-FR" sz="3100" b="1" i="0" dirty="0">
              <a:gradFill>
                <a:gsLst>
                  <a:gs pos="38000">
                    <a:srgbClr val="E93676"/>
                  </a:gs>
                  <a:gs pos="100000">
                    <a:srgbClr val="FFC000"/>
                  </a:gs>
                </a:gsLst>
                <a:lin ang="21540000" scaled="0"/>
              </a:gradFill>
              <a:latin typeface="Barlow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4055E7-464E-0B69-3426-A78D90B86B5C}"/>
              </a:ext>
            </a:extLst>
          </p:cNvPr>
          <p:cNvSpPr txBox="1"/>
          <p:nvPr/>
        </p:nvSpPr>
        <p:spPr>
          <a:xfrm>
            <a:off x="457199" y="5700000"/>
            <a:ext cx="10964487" cy="414207"/>
          </a:xfrm>
          <a:prstGeom prst="rect">
            <a:avLst/>
          </a:prstGeom>
        </p:spPr>
        <p:txBody>
          <a:bodyPr wrap="square" lIns="91440" tIns="45720" rIns="91440" bIns="45720" anchor="t"/>
          <a:lstStyle/>
          <a:p>
            <a:pPr algn="l"/>
            <a:r>
              <a:rPr lang="fr-FR" sz="1100" i="0" dirty="0">
                <a:solidFill>
                  <a:srgbClr val="AEB8C8"/>
                </a:solidFill>
                <a:latin typeface="Barlow"/>
              </a:rPr>
              <a:t>“Link Adaptation for NB-IoT over GEO NTN: A Joint </a:t>
            </a:r>
            <a:r>
              <a:rPr lang="fr-FR" sz="1100" i="0" dirty="0" err="1">
                <a:solidFill>
                  <a:srgbClr val="AEB8C8"/>
                </a:solidFill>
                <a:latin typeface="Barlow"/>
              </a:rPr>
              <a:t>Throughput</a:t>
            </a:r>
            <a:r>
              <a:rPr lang="fr-FR" sz="1100" i="0" dirty="0">
                <a:solidFill>
                  <a:srgbClr val="AEB8C8"/>
                </a:solidFill>
                <a:latin typeface="Barlow"/>
              </a:rPr>
              <a:t> and Resource </a:t>
            </a:r>
            <a:r>
              <a:rPr lang="fr-FR" sz="1100" i="0" dirty="0" err="1">
                <a:solidFill>
                  <a:srgbClr val="AEB8C8"/>
                </a:solidFill>
                <a:latin typeface="Barlow"/>
              </a:rPr>
              <a:t>Optimization</a:t>
            </a:r>
            <a:r>
              <a:rPr lang="fr-FR" sz="1100" i="0" dirty="0">
                <a:solidFill>
                  <a:srgbClr val="AEB8C8"/>
                </a:solidFill>
                <a:latin typeface="Barlow"/>
              </a:rPr>
              <a:t>”</a:t>
            </a:r>
            <a:r>
              <a:rPr lang="fr-FR" sz="1100" b="0" i="0" dirty="0">
                <a:solidFill>
                  <a:srgbClr val="AEB8C8"/>
                </a:solidFill>
                <a:latin typeface="Barlow"/>
              </a:rPr>
              <a:t>, (</a:t>
            </a:r>
            <a:r>
              <a:rPr lang="fr-FR" sz="1100" b="0" i="0" dirty="0" err="1">
                <a:solidFill>
                  <a:srgbClr val="AEB8C8"/>
                </a:solidFill>
                <a:latin typeface="Barlow"/>
              </a:rPr>
              <a:t>MSWiM</a:t>
            </a:r>
            <a:r>
              <a:rPr lang="fr-FR" sz="1100" b="0" i="0" dirty="0">
                <a:solidFill>
                  <a:srgbClr val="AEB8C8"/>
                </a:solidFill>
                <a:latin typeface="Barlow"/>
              </a:rPr>
              <a:t>, Paris), 2026. Accepted, to </a:t>
            </a:r>
            <a:r>
              <a:rPr lang="fr-FR" sz="1100" b="0" i="0" dirty="0" err="1">
                <a:solidFill>
                  <a:srgbClr val="AEB8C8"/>
                </a:solidFill>
                <a:latin typeface="Barlow"/>
              </a:rPr>
              <a:t>appear</a:t>
            </a:r>
            <a:r>
              <a:rPr lang="fr-FR" sz="1100" b="0" i="0" dirty="0">
                <a:solidFill>
                  <a:srgbClr val="AEB8C8"/>
                </a:solidFill>
                <a:latin typeface="Barlow"/>
              </a:rPr>
              <a:t> </a:t>
            </a:r>
            <a:r>
              <a:rPr lang="fr-FR" sz="1100" b="0" i="0" dirty="0" err="1">
                <a:solidFill>
                  <a:srgbClr val="AEB8C8"/>
                </a:solidFill>
                <a:latin typeface="Barlow"/>
              </a:rPr>
              <a:t>soon</a:t>
            </a:r>
            <a:r>
              <a:rPr lang="fr-FR" sz="1100" b="0" i="0" dirty="0">
                <a:solidFill>
                  <a:srgbClr val="AEB8C8"/>
                </a:solidFill>
                <a:latin typeface="Barlow"/>
              </a:rPr>
              <a:t>.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3D566EDC-3D06-DF41-9DA8-3076DC74853D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51" y="3252903"/>
            <a:ext cx="4556572" cy="161466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468F9B9-866A-23D7-CDF7-9A94194D16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25" r="14014" b="14516"/>
          <a:stretch>
            <a:fillRect/>
          </a:stretch>
        </p:blipFill>
        <p:spPr>
          <a:xfrm>
            <a:off x="1802245" y="1121452"/>
            <a:ext cx="1081257" cy="1491008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B2C9F5FC-DFFD-C77D-163E-198CEA80AB5B}"/>
              </a:ext>
            </a:extLst>
          </p:cNvPr>
          <p:cNvSpPr/>
          <p:nvPr/>
        </p:nvSpPr>
        <p:spPr>
          <a:xfrm>
            <a:off x="1941071" y="5856439"/>
            <a:ext cx="1629933" cy="1168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350" b="1" dirty="0">
              <a:solidFill>
                <a:srgbClr val="FFFFFF"/>
              </a:solidFill>
              <a:latin typeface="Barlow"/>
              <a:ea typeface="Calibri"/>
              <a:cs typeface="Calibri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3F43E78-BF4C-A3E9-C4CE-D697181772AC}"/>
              </a:ext>
            </a:extLst>
          </p:cNvPr>
          <p:cNvSpPr/>
          <p:nvPr/>
        </p:nvSpPr>
        <p:spPr>
          <a:xfrm>
            <a:off x="2268329" y="1858019"/>
            <a:ext cx="496844" cy="2462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Barlow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Barlow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Barlow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Barlow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Barlow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Barlow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Barlow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Barlow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Barlow"/>
                <a:ea typeface="+mn-ea"/>
                <a:cs typeface="+mn-cs"/>
              </a:defRPr>
            </a:lvl9pPr>
          </a:lstStyle>
          <a:p>
            <a:pPr algn="ctr"/>
            <a:endParaRPr lang="fr-FR">
              <a:solidFill>
                <a:srgbClr val="FFFFFF"/>
              </a:solidFill>
              <a:latin typeface="Barlow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18C5EE49-9487-3A06-606B-56851F65F612}"/>
              </a:ext>
            </a:extLst>
          </p:cNvPr>
          <p:cNvSpPr/>
          <p:nvPr/>
        </p:nvSpPr>
        <p:spPr>
          <a:xfrm>
            <a:off x="583732" y="2778152"/>
            <a:ext cx="4881641" cy="5320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Barlow"/>
                <a:ea typeface="Barlow" pitchFamily="34" charset="-122"/>
                <a:cs typeface="Barlow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Barlow"/>
                <a:ea typeface="Barlow" pitchFamily="34" charset="-122"/>
                <a:cs typeface="Barlow" pitchFamily="34" charset="-120"/>
              </a:rPr>
              <a:t>Channel traces on </a:t>
            </a:r>
            <a:r>
              <a:rPr lang="en-US" sz="1400" b="1" dirty="0" err="1">
                <a:solidFill>
                  <a:srgbClr val="FFFFFF"/>
                </a:solidFill>
                <a:latin typeface="Barlow"/>
                <a:ea typeface="Barlow" pitchFamily="34" charset="-122"/>
                <a:cs typeface="Barlow" pitchFamily="34" charset="-120"/>
              </a:rPr>
              <a:t>Kineis</a:t>
            </a:r>
            <a:r>
              <a:rPr lang="en-US" sz="1400" b="1" dirty="0">
                <a:solidFill>
                  <a:srgbClr val="FFFFFF"/>
                </a:solidFill>
                <a:latin typeface="Barlow"/>
                <a:ea typeface="Barlow" pitchFamily="34" charset="-122"/>
                <a:cs typeface="Barlow" pitchFamily="34" charset="-120"/>
              </a:rPr>
              <a:t> GEO NB-IoT system f</a:t>
            </a:r>
            <a:r>
              <a:rPr lang="en-US" sz="1400" b="1" dirty="0">
                <a:solidFill>
                  <a:srgbClr val="FFFFFF"/>
                </a:solidFill>
                <a:latin typeface="Barlow"/>
              </a:rPr>
              <a:t>rom Body-worn tracker</a:t>
            </a:r>
          </a:p>
          <a:p>
            <a:endParaRPr lang="en-US" b="1" dirty="0">
              <a:solidFill>
                <a:srgbClr val="FFFFFF"/>
              </a:solidFill>
              <a:latin typeface="Barlow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4EC3DA7-1F39-C893-BD07-C0870E4EFDF1}"/>
              </a:ext>
            </a:extLst>
          </p:cNvPr>
          <p:cNvSpPr txBox="1"/>
          <p:nvPr/>
        </p:nvSpPr>
        <p:spPr>
          <a:xfrm>
            <a:off x="5867400" y="3022600"/>
            <a:ext cx="5740400" cy="330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1600" b="1" dirty="0">
                <a:solidFill>
                  <a:srgbClr val="FFFFFF"/>
                </a:solidFill>
                <a:latin typeface="Barlow"/>
              </a:rPr>
              <a:t>Performances of our proposed LA schemes</a:t>
            </a:r>
          </a:p>
          <a:p>
            <a:pPr algn="ctr"/>
            <a:endParaRPr lang="fr-FR" dirty="0">
              <a:solidFill>
                <a:srgbClr val="FFFFFF"/>
              </a:solidFill>
              <a:latin typeface="Barlow"/>
              <a:ea typeface="Calibri"/>
              <a:cs typeface="Calibri"/>
            </a:endParaRPr>
          </a:p>
        </p:txBody>
      </p:sp>
      <p:pic>
        <p:nvPicPr>
          <p:cNvPr id="7" name="Image 6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57156DD2-CF63-8C42-5AA3-DEB67268BD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160" y="1087475"/>
            <a:ext cx="5740346" cy="191622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9EB4F93-3198-B28C-9653-C4669ECBD7F8}"/>
              </a:ext>
            </a:extLst>
          </p:cNvPr>
          <p:cNvSpPr txBox="1"/>
          <p:nvPr/>
        </p:nvSpPr>
        <p:spPr>
          <a:xfrm>
            <a:off x="583732" y="4838243"/>
            <a:ext cx="4876800" cy="2882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fr-FR" sz="1600" b="1" dirty="0">
                <a:solidFill>
                  <a:srgbClr val="FFFFFF"/>
                </a:solidFill>
                <a:latin typeface="Barlow"/>
              </a:rPr>
              <a:t>SNR </a:t>
            </a:r>
            <a:r>
              <a:rPr lang="fr-FR" sz="1600" b="1" dirty="0" err="1">
                <a:solidFill>
                  <a:srgbClr val="FFFFFF"/>
                </a:solidFill>
                <a:latin typeface="Barlow"/>
              </a:rPr>
              <a:t>between</a:t>
            </a:r>
            <a:r>
              <a:rPr lang="fr-FR" sz="1600" b="1" dirty="0">
                <a:solidFill>
                  <a:srgbClr val="FFFFFF"/>
                </a:solidFill>
                <a:latin typeface="Barlow"/>
              </a:rPr>
              <a:t> -10..13 dB /Slow </a:t>
            </a:r>
            <a:r>
              <a:rPr lang="fr-FR" sz="1600" b="1" dirty="0" err="1">
                <a:solidFill>
                  <a:srgbClr val="FFFFFF"/>
                </a:solidFill>
                <a:latin typeface="Barlow"/>
              </a:rPr>
              <a:t>varying</a:t>
            </a:r>
            <a:r>
              <a:rPr lang="fr-FR" sz="1600" b="1" dirty="0">
                <a:solidFill>
                  <a:srgbClr val="FFFFFF"/>
                </a:solidFill>
                <a:latin typeface="Barlow"/>
              </a:rPr>
              <a:t> </a:t>
            </a:r>
            <a:r>
              <a:rPr lang="fr-FR" sz="1600" b="1" dirty="0" err="1">
                <a:solidFill>
                  <a:srgbClr val="FFFFFF"/>
                </a:solidFill>
                <a:latin typeface="Barlow"/>
              </a:rPr>
              <a:t>channel</a:t>
            </a:r>
            <a:r>
              <a:rPr lang="fr-FR" sz="1600" b="1" dirty="0">
                <a:solidFill>
                  <a:srgbClr val="FFFFFF"/>
                </a:solidFill>
                <a:latin typeface="Barlow"/>
              </a:rPr>
              <a:t> / </a:t>
            </a:r>
            <a:r>
              <a:rPr lang="fr-FR" sz="1600" b="1" dirty="0" err="1">
                <a:solidFill>
                  <a:srgbClr val="FFFFFF"/>
                </a:solidFill>
                <a:latin typeface="Barlow"/>
              </a:rPr>
              <a:t>Delayed</a:t>
            </a:r>
            <a:r>
              <a:rPr lang="fr-FR" sz="1600" b="1" dirty="0">
                <a:solidFill>
                  <a:srgbClr val="FFFFFF"/>
                </a:solidFill>
                <a:latin typeface="Barlow"/>
              </a:rPr>
              <a:t> Information </a:t>
            </a:r>
          </a:p>
        </p:txBody>
      </p:sp>
      <p:pic>
        <p:nvPicPr>
          <p:cNvPr id="11" name="Image 10" descr="Rencontre : Philippe ARNAUD et Alexandre BERNELIN - PAD - Agence de design  produit industriel - Blog Esprit Design">
            <a:extLst>
              <a:ext uri="{FF2B5EF4-FFF2-40B4-BE49-F238E27FC236}">
                <a16:creationId xmlns:a16="http://schemas.microsoft.com/office/drawing/2014/main" id="{B56E41C3-B28F-68B4-7471-E5F40B741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6167" y="1038271"/>
            <a:ext cx="1139109" cy="902863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1339DCE2-DF5A-0993-5F63-0DECAAA2F40F}"/>
              </a:ext>
            </a:extLst>
          </p:cNvPr>
          <p:cNvSpPr/>
          <p:nvPr/>
        </p:nvSpPr>
        <p:spPr>
          <a:xfrm rot="20490205">
            <a:off x="2964607" y="1581332"/>
            <a:ext cx="509651" cy="215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  <a:latin typeface="Barlow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1D98AF3-1862-7CBE-BB0C-E440B025FFA6}"/>
              </a:ext>
            </a:extLst>
          </p:cNvPr>
          <p:cNvSpPr txBox="1"/>
          <p:nvPr/>
        </p:nvSpPr>
        <p:spPr>
          <a:xfrm>
            <a:off x="5867400" y="3454400"/>
            <a:ext cx="5740400" cy="15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Delayed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CSI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significantly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decrease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LA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scheme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performance.</a:t>
            </a:r>
          </a:p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We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proposed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H2 : a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realistic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LA solution,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that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optimize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resource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consumption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&amp;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throughput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at the </a:t>
            </a:r>
            <a:r>
              <a:rPr lang="fr-FR" dirty="0" err="1">
                <a:solidFill>
                  <a:srgbClr val="FFFFFF"/>
                </a:solidFill>
                <a:latin typeface="Barlow"/>
                <a:cs typeface="Arial"/>
              </a:rPr>
              <a:t>same</a:t>
            </a:r>
            <a:r>
              <a:rPr lang="fr-FR" dirty="0">
                <a:solidFill>
                  <a:srgbClr val="FFFFFF"/>
                </a:solidFill>
                <a:latin typeface="Barlow"/>
                <a:cs typeface="Arial"/>
              </a:rPr>
              <a:t> time.</a:t>
            </a:r>
          </a:p>
        </p:txBody>
      </p:sp>
      <p:sp>
        <p:nvSpPr>
          <p:cNvPr id="20" name="Footer copyright"/>
          <p:cNvSpPr txBox="1"/>
          <p:nvPr/>
        </p:nvSpPr>
        <p:spPr>
          <a:xfrm>
            <a:off x="1715081" y="6426365"/>
            <a:ext cx="5000000" cy="2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en-US" sz="1000">
                <a:solidFill>
                  <a:srgbClr val="FFFFFF"/>
                </a:solidFill>
                <a:latin typeface="Barlow"/>
              </a:rPr>
              <a:t>© 2026 Kinéis.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5140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ard 104"/>
          <p:cNvSpPr/>
          <p:nvPr/>
        </p:nvSpPr>
        <p:spPr>
          <a:xfrm>
            <a:off x="457200" y="2819400"/>
            <a:ext cx="8178800" cy="2768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Card 105"/>
          <p:cNvSpPr/>
          <p:nvPr/>
        </p:nvSpPr>
        <p:spPr>
          <a:xfrm>
            <a:off x="8788400" y="2819400"/>
            <a:ext cx="2946400" cy="27686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DC33D6-3D64-FE3C-9472-05AEAEB64A49}"/>
              </a:ext>
            </a:extLst>
          </p:cNvPr>
          <p:cNvSpPr txBox="1"/>
          <p:nvPr/>
        </p:nvSpPr>
        <p:spPr>
          <a:xfrm>
            <a:off x="457199" y="5700000"/>
            <a:ext cx="10964487" cy="540568"/>
          </a:xfrm>
          <a:prstGeom prst="rect">
            <a:avLst/>
          </a:prstGeom>
        </p:spPr>
        <p:txBody>
          <a:bodyPr wrap="square" lIns="91440" tIns="45720" rIns="91440" bIns="45720" anchor="t"/>
          <a:lstStyle/>
          <a:p>
            <a:pPr algn="l"/>
            <a:r>
              <a:rPr lang="fr-FR" sz="1100" i="0" dirty="0">
                <a:solidFill>
                  <a:srgbClr val="AEB8C8"/>
                </a:solidFill>
                <a:latin typeface="Barlow"/>
              </a:rPr>
              <a:t>LENA-NB-NTN : An end to end simulator for NB-IoT over GEO </a:t>
            </a:r>
            <a:r>
              <a:rPr lang="fr-FR" sz="1100" i="0" dirty="0" err="1">
                <a:solidFill>
                  <a:srgbClr val="AEB8C8"/>
                </a:solidFill>
                <a:latin typeface="Barlow"/>
              </a:rPr>
              <a:t>validated</a:t>
            </a:r>
            <a:r>
              <a:rPr lang="fr-FR" sz="1100" i="0" dirty="0">
                <a:solidFill>
                  <a:srgbClr val="AEB8C8"/>
                </a:solidFill>
                <a:latin typeface="Barlow"/>
              </a:rPr>
              <a:t> </a:t>
            </a:r>
            <a:r>
              <a:rPr lang="fr-FR" sz="1100" i="0" dirty="0" err="1">
                <a:solidFill>
                  <a:srgbClr val="AEB8C8"/>
                </a:solidFill>
                <a:latin typeface="Barlow"/>
              </a:rPr>
              <a:t>through</a:t>
            </a:r>
            <a:r>
              <a:rPr lang="fr-FR" sz="1100" i="0" dirty="0">
                <a:solidFill>
                  <a:srgbClr val="AEB8C8"/>
                </a:solidFill>
                <a:latin typeface="Barlow"/>
              </a:rPr>
              <a:t> </a:t>
            </a:r>
            <a:r>
              <a:rPr lang="fr-FR" sz="1100" i="0" dirty="0" err="1">
                <a:solidFill>
                  <a:srgbClr val="AEB8C8"/>
                </a:solidFill>
                <a:latin typeface="Barlow"/>
              </a:rPr>
              <a:t>experimentation</a:t>
            </a:r>
            <a:r>
              <a:rPr lang="fr-FR" sz="1100" i="0" dirty="0">
                <a:solidFill>
                  <a:srgbClr val="AEB8C8"/>
                </a:solidFill>
                <a:latin typeface="Barlow"/>
              </a:rPr>
              <a:t>  ( Contribution </a:t>
            </a:r>
            <a:r>
              <a:rPr lang="fr-FR" sz="1100" i="0" dirty="0" err="1">
                <a:solidFill>
                  <a:srgbClr val="AEB8C8"/>
                </a:solidFill>
                <a:latin typeface="Barlow"/>
              </a:rPr>
              <a:t>underway</a:t>
            </a:r>
            <a:r>
              <a:rPr lang="fr-FR" sz="1100" i="0" dirty="0">
                <a:solidFill>
                  <a:srgbClr val="AEB8C8"/>
                </a:solidFill>
                <a:latin typeface="Barlow"/>
              </a:rPr>
              <a:t> ) 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DA13C5B-5E20-5B20-85D6-6DB37769DE3C}"/>
              </a:ext>
            </a:extLst>
          </p:cNvPr>
          <p:cNvSpPr txBox="1"/>
          <p:nvPr/>
        </p:nvSpPr>
        <p:spPr>
          <a:xfrm>
            <a:off x="584200" y="2997200"/>
            <a:ext cx="7924800" cy="2489200"/>
          </a:xfrm>
        </p:spPr>
        <p:txBody>
          <a:bodyPr lIns="91440" tIns="45720" rIns="91440" bIns="45720" anchor="t"/>
          <a:lstStyle/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FFFFFF"/>
                </a:solidFill>
                <a:latin typeface="Barlow"/>
              </a:rPr>
              <a:t>Extension to ns-3 LENA-NB frame </a:t>
            </a:r>
            <a:r>
              <a:rPr lang="fr-FR" sz="1800" dirty="0" err="1">
                <a:solidFill>
                  <a:srgbClr val="FFFFFF"/>
                </a:solidFill>
                <a:latin typeface="Barlow"/>
              </a:rPr>
              <a:t>work</a:t>
            </a:r>
            <a:r>
              <a:rPr lang="fr-FR" sz="1800" dirty="0">
                <a:solidFill>
                  <a:srgbClr val="FFFFFF"/>
                </a:solidFill>
                <a:latin typeface="Barlow"/>
              </a:rPr>
              <a:t> to satellite </a:t>
            </a:r>
            <a:r>
              <a:rPr lang="fr-FR" sz="1800" dirty="0" err="1">
                <a:solidFill>
                  <a:srgbClr val="FFFFFF"/>
                </a:solidFill>
                <a:latin typeface="Barlow"/>
              </a:rPr>
              <a:t>context</a:t>
            </a:r>
            <a:r>
              <a:rPr lang="fr-FR" sz="1800" dirty="0">
                <a:solidFill>
                  <a:srgbClr val="FFFFFF"/>
                </a:solidFill>
                <a:latin typeface="Barlow"/>
              </a:rPr>
              <a:t>.</a:t>
            </a:r>
          </a:p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rgbClr val="FFFFFF"/>
                </a:solidFill>
                <a:latin typeface="Barlow"/>
              </a:rPr>
              <a:t>High </a:t>
            </a:r>
            <a:r>
              <a:rPr lang="fr-FR" sz="1800" b="1" dirty="0" err="1">
                <a:solidFill>
                  <a:srgbClr val="FFFFFF"/>
                </a:solidFill>
                <a:latin typeface="Barlow"/>
              </a:rPr>
              <a:t>fidelity</a:t>
            </a:r>
            <a:r>
              <a:rPr lang="fr-FR" sz="1800" b="1" dirty="0">
                <a:solidFill>
                  <a:srgbClr val="FFFFFF"/>
                </a:solidFill>
                <a:latin typeface="Barlow"/>
              </a:rPr>
              <a:t> simulation</a:t>
            </a:r>
          </a:p>
          <a:p>
            <a:pPr marL="700339" lvl="1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sz="1800" dirty="0" err="1">
                <a:solidFill>
                  <a:srgbClr val="FFFFFF"/>
                </a:solidFill>
                <a:latin typeface="Barlow"/>
              </a:rPr>
              <a:t>Realistic</a:t>
            </a:r>
            <a:r>
              <a:rPr lang="fr-FR" sz="1800" dirty="0">
                <a:solidFill>
                  <a:srgbClr val="FFFFFF"/>
                </a:solidFill>
                <a:latin typeface="Barlow"/>
              </a:rPr>
              <a:t> Satellite system modeling.</a:t>
            </a:r>
          </a:p>
          <a:p>
            <a:pPr marL="700339" lvl="1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rgbClr val="FFFFFF"/>
                </a:solidFill>
                <a:latin typeface="Barlow"/>
              </a:rPr>
              <a:t>Protocol &amp; Performance validation versus </a:t>
            </a:r>
            <a:r>
              <a:rPr lang="fr-FR" sz="1800" b="1" dirty="0" err="1">
                <a:solidFill>
                  <a:srgbClr val="FFFFFF"/>
                </a:solidFill>
                <a:latin typeface="Barlow"/>
              </a:rPr>
              <a:t>Amarisoft</a:t>
            </a:r>
            <a:r>
              <a:rPr lang="fr-FR" sz="1800" b="1" dirty="0">
                <a:solidFill>
                  <a:srgbClr val="FFFFFF"/>
                </a:solidFill>
                <a:latin typeface="Barlow"/>
              </a:rPr>
              <a:t> UESIM.</a:t>
            </a:r>
          </a:p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FFFFFF"/>
                </a:solidFill>
                <a:latin typeface="Barlow"/>
              </a:rPr>
              <a:t>Multi </a:t>
            </a:r>
            <a:r>
              <a:rPr lang="fr-FR" sz="1800" dirty="0" err="1">
                <a:solidFill>
                  <a:srgbClr val="FFFFFF"/>
                </a:solidFill>
                <a:latin typeface="Barlow"/>
              </a:rPr>
              <a:t>ue</a:t>
            </a:r>
            <a:r>
              <a:rPr lang="fr-FR" sz="1800" dirty="0">
                <a:solidFill>
                  <a:srgbClr val="FFFFFF"/>
                </a:solidFill>
                <a:latin typeface="Barlow"/>
              </a:rPr>
              <a:t> scenarios : testing </a:t>
            </a:r>
            <a:r>
              <a:rPr lang="fr-FR" sz="1800" dirty="0" err="1">
                <a:solidFill>
                  <a:srgbClr val="FFFFFF"/>
                </a:solidFill>
                <a:latin typeface="Barlow"/>
              </a:rPr>
              <a:t>link</a:t>
            </a:r>
            <a:r>
              <a:rPr lang="fr-FR" sz="1800" dirty="0">
                <a:solidFill>
                  <a:srgbClr val="FFFFFF"/>
                </a:solidFill>
                <a:latin typeface="Barlow"/>
              </a:rPr>
              <a:t> adaptation &amp; </a:t>
            </a:r>
            <a:r>
              <a:rPr lang="fr-FR" sz="1800" dirty="0" err="1">
                <a:solidFill>
                  <a:srgbClr val="FFFFFF"/>
                </a:solidFill>
                <a:latin typeface="Barlow"/>
              </a:rPr>
              <a:t>resource</a:t>
            </a:r>
            <a:r>
              <a:rPr lang="fr-FR" sz="1800" dirty="0">
                <a:solidFill>
                  <a:srgbClr val="FFFFFF"/>
                </a:solidFill>
                <a:latin typeface="Barlow"/>
              </a:rPr>
              <a:t> allocation </a:t>
            </a:r>
            <a:r>
              <a:rPr lang="fr-FR" sz="1800" dirty="0" err="1">
                <a:solidFill>
                  <a:srgbClr val="FFFFFF"/>
                </a:solidFill>
                <a:latin typeface="Barlow"/>
              </a:rPr>
              <a:t>under</a:t>
            </a:r>
            <a:r>
              <a:rPr lang="fr-FR" sz="1800" dirty="0">
                <a:solidFill>
                  <a:srgbClr val="FFFFFF"/>
                </a:solidFill>
                <a:latin typeface="Barlow"/>
              </a:rPr>
              <a:t> charge.</a:t>
            </a:r>
          </a:p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  <a:latin typeface="Barlow"/>
              </a:rPr>
              <a:t>Simulator is ready to integrate LEO features.</a:t>
            </a:r>
          </a:p>
          <a:p>
            <a:pPr marL="285750" indent="-285750">
              <a:buClr>
                <a:srgbClr val="CF2E68"/>
              </a:buClr>
              <a:buFont typeface="Arial" panose="020B0604020202020204" pitchFamily="34" charset="0"/>
              <a:buChar char="•"/>
            </a:pPr>
            <a:endParaRPr lang="fr-FR" sz="1400" dirty="0">
              <a:solidFill>
                <a:srgbClr val="FFFFFF"/>
              </a:solidFill>
              <a:latin typeface="Barlow"/>
            </a:endParaRPr>
          </a:p>
          <a:p>
            <a:endParaRPr lang="fr-FR" sz="1400" dirty="0">
              <a:solidFill>
                <a:srgbClr val="FFFFFF"/>
              </a:solidFill>
              <a:latin typeface="Barlow"/>
            </a:endParaRPr>
          </a:p>
          <a:p>
            <a:endParaRPr lang="fr-FR" sz="1400" dirty="0">
              <a:solidFill>
                <a:srgbClr val="FFFFFF"/>
              </a:solidFill>
              <a:latin typeface="Barlow"/>
            </a:endParaRPr>
          </a:p>
          <a:p>
            <a:pPr marL="285750" indent="-285750">
              <a:buClr>
                <a:srgbClr val="CF2E68"/>
              </a:buClr>
              <a:buFont typeface="Arial"/>
              <a:buChar char="•"/>
            </a:pPr>
            <a:endParaRPr lang="fr-FR" sz="1400" dirty="0">
              <a:solidFill>
                <a:srgbClr val="FFFFFF"/>
              </a:solidFill>
              <a:latin typeface="Barlow"/>
            </a:endParaRPr>
          </a:p>
        </p:txBody>
      </p:sp>
      <p:sp>
        <p:nvSpPr>
          <p:cNvPr id="76" name="Text 1">
            <a:extLst>
              <a:ext uri="{FF2B5EF4-FFF2-40B4-BE49-F238E27FC236}">
                <a16:creationId xmlns:a16="http://schemas.microsoft.com/office/drawing/2014/main" id="{BA6FCAD9-1384-360F-BD05-9F41550CA915}"/>
              </a:ext>
            </a:extLst>
          </p:cNvPr>
          <p:cNvSpPr/>
          <p:nvPr/>
        </p:nvSpPr>
        <p:spPr>
          <a:xfrm>
            <a:off x="8851900" y="5168900"/>
            <a:ext cx="2819400" cy="381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FFFFFF"/>
                </a:solidFill>
                <a:latin typeface="Barlow"/>
                <a:ea typeface="Barlow" pitchFamily="34" charset="-122"/>
                <a:cs typeface="Barlow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Barlow"/>
              </a:rPr>
              <a:t>Validation set up : UESIM Testbed</a:t>
            </a:r>
          </a:p>
        </p:txBody>
      </p:sp>
      <p:pic>
        <p:nvPicPr>
          <p:cNvPr id="78" name="Image 77">
            <a:extLst>
              <a:ext uri="{FF2B5EF4-FFF2-40B4-BE49-F238E27FC236}">
                <a16:creationId xmlns:a16="http://schemas.microsoft.com/office/drawing/2014/main" id="{469EFF89-7D51-17BC-63D2-AB4030A07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256" b="17486"/>
          <a:stretch>
            <a:fillRect/>
          </a:stretch>
        </p:blipFill>
        <p:spPr>
          <a:xfrm>
            <a:off x="5091818" y="818466"/>
            <a:ext cx="6547895" cy="1350377"/>
          </a:xfrm>
          <a:prstGeom prst="rect">
            <a:avLst/>
          </a:prstGeom>
        </p:spPr>
      </p:pic>
      <p:sp>
        <p:nvSpPr>
          <p:cNvPr id="80" name="Espace réservé du contenu 4">
            <a:extLst>
              <a:ext uri="{FF2B5EF4-FFF2-40B4-BE49-F238E27FC236}">
                <a16:creationId xmlns:a16="http://schemas.microsoft.com/office/drawing/2014/main" id="{C0355C2D-82A2-9052-6D4D-C9666AFD5726}"/>
              </a:ext>
            </a:extLst>
          </p:cNvPr>
          <p:cNvSpPr txBox="1">
            <a:spLocks/>
          </p:cNvSpPr>
          <p:nvPr/>
        </p:nvSpPr>
        <p:spPr>
          <a:xfrm>
            <a:off x="457200" y="2387600"/>
            <a:ext cx="3926170" cy="50243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85750" indent="-285750" eaLnBrk="1" hangingPunct="1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1pPr>
            <a:lvl2pPr marL="700339" indent="-285750" eaLnBrk="1" hangingPunct="1">
              <a:buFont typeface="Courier New" panose="02070309020205020404" pitchFamily="49" charset="0"/>
              <a:buChar char="o"/>
              <a:defRPr sz="16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2pPr>
            <a:lvl3pPr marL="1114928" indent="-285750" eaLnBrk="1" hangingPunct="1">
              <a:buFont typeface="Wingdings" panose="05000000000000000000" pitchFamily="2" charset="2"/>
              <a:buChar char="§"/>
              <a:defRPr sz="14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3pPr>
            <a:lvl4pPr marL="1529517" indent="-285750" eaLnBrk="1" hangingPunct="1"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4pPr>
            <a:lvl5pPr marL="1944106" indent="-285750" eaLnBrk="1" hangingPunct="1"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5pPr>
            <a:lvl6pPr marL="2072945" eaLnBrk="1" hangingPunct="1">
              <a:defRPr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6pPr>
            <a:lvl7pPr marL="2487534" eaLnBrk="1" hangingPunct="1">
              <a:defRPr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7pPr>
            <a:lvl8pPr marL="2902123" eaLnBrk="1" hangingPunct="1">
              <a:defRPr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8pPr>
            <a:lvl9pPr marL="3316712" eaLnBrk="1" hangingPunct="1">
              <a:defRPr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rgbClr val="FFFFFF"/>
                </a:solidFill>
                <a:latin typeface="Barlow"/>
              </a:rPr>
              <a:t>LENA-NB-NTN message exchange</a:t>
            </a:r>
            <a:endParaRPr lang="fr-FR" sz="1400" b="1" dirty="0" err="1">
              <a:solidFill>
                <a:srgbClr val="FFFFFF"/>
              </a:solidFill>
              <a:latin typeface="Barlow"/>
            </a:endParaRPr>
          </a:p>
        </p:txBody>
      </p:sp>
      <p:sp>
        <p:nvSpPr>
          <p:cNvPr id="82" name="Espace réservé du contenu 4">
            <a:extLst>
              <a:ext uri="{FF2B5EF4-FFF2-40B4-BE49-F238E27FC236}">
                <a16:creationId xmlns:a16="http://schemas.microsoft.com/office/drawing/2014/main" id="{2F3C837F-DBAF-CA24-36FF-A880CF72438B}"/>
              </a:ext>
            </a:extLst>
          </p:cNvPr>
          <p:cNvSpPr txBox="1">
            <a:spLocks/>
          </p:cNvSpPr>
          <p:nvPr/>
        </p:nvSpPr>
        <p:spPr>
          <a:xfrm>
            <a:off x="6226214" y="2387600"/>
            <a:ext cx="4635015" cy="47028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85750" indent="-285750" eaLnBrk="1" hangingPunct="1"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1pPr>
            <a:lvl2pPr marL="700339" indent="-285750" eaLnBrk="1" hangingPunct="1">
              <a:buFont typeface="Courier New" panose="02070309020205020404" pitchFamily="49" charset="0"/>
              <a:buChar char="o"/>
              <a:defRPr sz="16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2pPr>
            <a:lvl3pPr marL="1114928" indent="-285750" eaLnBrk="1" hangingPunct="1">
              <a:buFont typeface="Wingdings" panose="05000000000000000000" pitchFamily="2" charset="2"/>
              <a:buChar char="§"/>
              <a:defRPr sz="14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3pPr>
            <a:lvl4pPr marL="1529517" indent="-285750" eaLnBrk="1" hangingPunct="1"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4pPr>
            <a:lvl5pPr marL="1944106" indent="-285750" eaLnBrk="1" hangingPunct="1"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5pPr>
            <a:lvl6pPr marL="2072945" eaLnBrk="1" hangingPunct="1">
              <a:defRPr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6pPr>
            <a:lvl7pPr marL="2487534" eaLnBrk="1" hangingPunct="1">
              <a:defRPr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7pPr>
            <a:lvl8pPr marL="2902123" eaLnBrk="1" hangingPunct="1">
              <a:defRPr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8pPr>
            <a:lvl9pPr marL="3316712" eaLnBrk="1" hangingPunct="1">
              <a:defRPr>
                <a:solidFill>
                  <a:srgbClr val="FFFFFF"/>
                </a:solidFill>
                <a:latin typeface="Barlow"/>
                <a:ea typeface="+mn-ea"/>
                <a:cs typeface="+mn-cs"/>
              </a:defRPr>
            </a:lvl9pPr>
          </a:lstStyle>
          <a:p>
            <a:r>
              <a:rPr lang="fr-FR" sz="1400" b="1" dirty="0" err="1">
                <a:solidFill>
                  <a:srgbClr val="FFFFFF"/>
                </a:solidFill>
                <a:latin typeface="Barlow"/>
              </a:rPr>
              <a:t>Amarisoft</a:t>
            </a:r>
            <a:r>
              <a:rPr lang="fr-FR" sz="1400" b="1" dirty="0">
                <a:solidFill>
                  <a:srgbClr val="FFFFFF"/>
                </a:solidFill>
                <a:latin typeface="Barlow"/>
              </a:rPr>
              <a:t> UESIM message exchange</a:t>
            </a:r>
          </a:p>
          <a:p>
            <a:endParaRPr lang="fr-FR" kern="0" dirty="0">
              <a:solidFill>
                <a:srgbClr val="FFFFFF"/>
              </a:solidFill>
              <a:latin typeface="Barlow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4CAA752-D5F5-3C69-9940-0D82127E1EE4}"/>
              </a:ext>
            </a:extLst>
          </p:cNvPr>
          <p:cNvSpPr txBox="1"/>
          <p:nvPr/>
        </p:nvSpPr>
        <p:spPr>
          <a:xfrm>
            <a:off x="5599276" y="823359"/>
            <a:ext cx="5265114" cy="141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>
              <a:solidFill>
                <a:srgbClr val="FFFFFF"/>
              </a:solidFill>
              <a:latin typeface="Barlow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AF075D6D-5D88-7679-C730-9CE47102F427}"/>
              </a:ext>
            </a:extLst>
          </p:cNvPr>
          <p:cNvSpPr txBox="1"/>
          <p:nvPr/>
        </p:nvSpPr>
        <p:spPr>
          <a:xfrm>
            <a:off x="5599276" y="1070247"/>
            <a:ext cx="5265114" cy="141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>
              <a:solidFill>
                <a:srgbClr val="FFFFFF"/>
              </a:solidFill>
              <a:latin typeface="Barlow"/>
            </a:endParaRP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4B8CB8B7-BB6C-2837-1CEB-78FA597A08FC}"/>
              </a:ext>
            </a:extLst>
          </p:cNvPr>
          <p:cNvSpPr txBox="1"/>
          <p:nvPr/>
        </p:nvSpPr>
        <p:spPr>
          <a:xfrm>
            <a:off x="5599275" y="1765189"/>
            <a:ext cx="5265114" cy="141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>
              <a:solidFill>
                <a:srgbClr val="FFFFFF"/>
              </a:solidFill>
              <a:latin typeface="Barlow"/>
            </a:endParaRP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3A9A61DB-9199-D2ED-F9C9-4E1D71D8B129}"/>
              </a:ext>
            </a:extLst>
          </p:cNvPr>
          <p:cNvSpPr txBox="1"/>
          <p:nvPr/>
        </p:nvSpPr>
        <p:spPr>
          <a:xfrm>
            <a:off x="5599275" y="1902350"/>
            <a:ext cx="5265114" cy="141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>
              <a:solidFill>
                <a:srgbClr val="FFFFFF"/>
              </a:solidFill>
              <a:latin typeface="Barlow"/>
            </a:endParaRPr>
          </a:p>
        </p:txBody>
      </p:sp>
      <p:pic>
        <p:nvPicPr>
          <p:cNvPr id="92" name="Image 91">
            <a:extLst>
              <a:ext uri="{FF2B5EF4-FFF2-40B4-BE49-F238E27FC236}">
                <a16:creationId xmlns:a16="http://schemas.microsoft.com/office/drawing/2014/main" id="{0CD26774-0DFE-3EE9-738C-C018602B8D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032" b="305"/>
          <a:stretch>
            <a:fillRect/>
          </a:stretch>
        </p:blipFill>
        <p:spPr>
          <a:xfrm>
            <a:off x="457770" y="903916"/>
            <a:ext cx="3926205" cy="683712"/>
          </a:xfrm>
          <a:prstGeom prst="rect">
            <a:avLst/>
          </a:prstGeom>
        </p:spPr>
      </p:pic>
      <p:pic>
        <p:nvPicPr>
          <p:cNvPr id="94" name="Image 93">
            <a:extLst>
              <a:ext uri="{FF2B5EF4-FFF2-40B4-BE49-F238E27FC236}">
                <a16:creationId xmlns:a16="http://schemas.microsoft.com/office/drawing/2014/main" id="{57C14403-EB03-E26F-DB5E-1FF33AE82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57" y="1581708"/>
            <a:ext cx="3926205" cy="180022"/>
          </a:xfrm>
          <a:prstGeom prst="rect">
            <a:avLst/>
          </a:prstGeom>
        </p:spPr>
      </p:pic>
      <p:pic>
        <p:nvPicPr>
          <p:cNvPr id="96" name="Image 95">
            <a:extLst>
              <a:ext uri="{FF2B5EF4-FFF2-40B4-BE49-F238E27FC236}">
                <a16:creationId xmlns:a16="http://schemas.microsoft.com/office/drawing/2014/main" id="{569BE067-1BCE-847B-0D71-AA4F712C0C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1185" b="4513"/>
          <a:stretch>
            <a:fillRect/>
          </a:stretch>
        </p:blipFill>
        <p:spPr>
          <a:xfrm>
            <a:off x="846540" y="1767651"/>
            <a:ext cx="3928622" cy="343797"/>
          </a:xfrm>
          <a:prstGeom prst="rect">
            <a:avLst/>
          </a:prstGeom>
        </p:spPr>
      </p:pic>
      <p:pic>
        <p:nvPicPr>
          <p:cNvPr id="98" name="Image 97">
            <a:extLst>
              <a:ext uri="{FF2B5EF4-FFF2-40B4-BE49-F238E27FC236}">
                <a16:creationId xmlns:a16="http://schemas.microsoft.com/office/drawing/2014/main" id="{44289A08-9EC6-9878-73A0-6DFB36548B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1818" y="2202748"/>
            <a:ext cx="6645827" cy="157402"/>
          </a:xfrm>
          <a:prstGeom prst="rect">
            <a:avLst/>
          </a:prstGeom>
        </p:spPr>
      </p:pic>
      <p:pic>
        <p:nvPicPr>
          <p:cNvPr id="102" name="Image 101" descr="Une image contenant ingénierie, fils électriques, Appareils électroniques, machine&#10;&#10;Le contenu généré par l’IA peut être incorrect.">
            <a:extLst>
              <a:ext uri="{FF2B5EF4-FFF2-40B4-BE49-F238E27FC236}">
                <a16:creationId xmlns:a16="http://schemas.microsoft.com/office/drawing/2014/main" id="{1A72A888-FA49-391D-5D83-7D07B70E56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100" y="2921000"/>
            <a:ext cx="1651000" cy="2231324"/>
          </a:xfrm>
          <a:prstGeom prst="rect">
            <a:avLst/>
          </a:prstGeom>
        </p:spPr>
      </p:pic>
      <p:sp>
        <p:nvSpPr>
          <p:cNvPr id="103" name="Titre 1">
            <a:extLst>
              <a:ext uri="{FF2B5EF4-FFF2-40B4-BE49-F238E27FC236}">
                <a16:creationId xmlns:a16="http://schemas.microsoft.com/office/drawing/2014/main" id="{C784C7B0-355A-839C-04DD-B0AB68D0D61F}"/>
              </a:ext>
            </a:extLst>
          </p:cNvPr>
          <p:cNvSpPr txBox="1"/>
          <p:nvPr/>
        </p:nvSpPr>
        <p:spPr>
          <a:xfrm>
            <a:off x="457199" y="239462"/>
            <a:ext cx="10964487" cy="540566"/>
          </a:xfrm>
          <a:prstGeom prst="rect">
            <a:avLst/>
          </a:prstGeom>
        </p:spPr>
        <p:txBody>
          <a:bodyPr wrap="square" anchor="ctr">
            <a:normAutofit lnSpcReduction="10000"/>
          </a:bodyPr>
          <a:lstStyle/>
          <a:p>
            <a:pPr algn="l"/>
            <a:r>
              <a:rPr lang="fr-FR" sz="3100" b="1" i="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Simulation at </a:t>
            </a:r>
            <a:r>
              <a:rPr lang="fr-FR" sz="3100" b="1" i="0" dirty="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scale</a:t>
            </a:r>
            <a:r>
              <a:rPr lang="fr-FR" sz="3100" b="1" i="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: LENA-NB-NTN </a:t>
            </a:r>
          </a:p>
        </p:txBody>
      </p:sp>
      <p:sp>
        <p:nvSpPr>
          <p:cNvPr id="106" name="Footer copyright"/>
          <p:cNvSpPr txBox="1"/>
          <p:nvPr/>
        </p:nvSpPr>
        <p:spPr>
          <a:xfrm>
            <a:off x="1715081" y="6426365"/>
            <a:ext cx="5000000" cy="2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en-US" sz="1000">
                <a:solidFill>
                  <a:srgbClr val="FFFFFF"/>
                </a:solidFill>
                <a:latin typeface="Barlow"/>
              </a:rPr>
              <a:t>© 2026 Kinéis.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33876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9846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Kinei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3676"/>
      </a:accent1>
      <a:accent2>
        <a:srgbClr val="ED4E61"/>
      </a:accent2>
      <a:accent3>
        <a:srgbClr val="F37242"/>
      </a:accent3>
      <a:accent4>
        <a:srgbClr val="F79028"/>
      </a:accent4>
      <a:accent5>
        <a:srgbClr val="FAA219"/>
      </a:accent5>
      <a:accent6>
        <a:srgbClr val="FEB806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ppt_2026" id="{6A276424-2B27-4C0C-B18F-423AE56079DD}" vid="{20F46967-4E2B-4463-B48F-A3AEF1F3E03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6BD3B8-7C9D-4DAF-BA5E-5AB459455654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cdaaec48-8290-4647-8911-c8157b0c74cb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805AB77212B74E842BAF4059B7BAF5" ma:contentTypeVersion="22" ma:contentTypeDescription="Crée un document." ma:contentTypeScope="" ma:versionID="5bca2c2f4b2bbbff7ac9c36a337d1998">
  <xsd:schema xmlns:xsd="http://www.w3.org/2001/XMLSchema" xmlns:xs="http://www.w3.org/2001/XMLSchema" xmlns:p="http://schemas.microsoft.com/office/2006/metadata/properties" xmlns:ns2="fdf9c394-0b1d-4a06-810f-76f07b4d34b0" xmlns:ns3="18ef3863-bbba-4758-b2be-3250fa681a23" xmlns:ns4="2612c0cb-fd1b-4026-a3f1-ad1cc196f026" targetNamespace="http://schemas.microsoft.com/office/2006/metadata/properties" ma:root="true" ma:fieldsID="61a17b231c8ae649dd10551de71edbf2" ns2:_="" ns3:_="" ns4:_="">
    <xsd:import namespace="fdf9c394-0b1d-4a06-810f-76f07b4d34b0"/>
    <xsd:import namespace="18ef3863-bbba-4758-b2be-3250fa681a23"/>
    <xsd:import namespace="2612c0cb-fd1b-4026-a3f1-ad1cc196f0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4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Test1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9c394-0b1d-4a06-810f-76f07b4d34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31114040-a30d-4ab4-8144-6c89e51a38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est1" ma:index="24" nillable="true" ma:displayName="Test 1" ma:format="DateOnly" ma:internalName="Test1">
      <xsd:simpleType>
        <xsd:restriction base="dms:DateTim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ef3863-bbba-4758-b2be-3250fa681a2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xCatchAll" ma:index="23" nillable="true" ma:displayName="Taxonomy Catch All Column" ma:hidden="true" ma:list="{bab4def9-dbb3-4369-914b-a784f6efe057}" ma:internalName="TaxCatchAll" ma:showField="CatchAllData" ma:web="18ef3863-bbba-4758-b2be-3250fa681a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2c0cb-fd1b-4026-a3f1-ad1cc196f026" elementFormDefault="qualified">
    <xsd:import namespace="http://schemas.microsoft.com/office/2006/documentManagement/types"/>
    <xsd:import namespace="http://schemas.microsoft.com/office/infopath/2007/PartnerControls"/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f9c394-0b1d-4a06-810f-76f07b4d34b0">
      <Terms xmlns="http://schemas.microsoft.com/office/infopath/2007/PartnerControls"/>
    </lcf76f155ced4ddcb4097134ff3c332f>
    <TaxCatchAll xmlns="18ef3863-bbba-4758-b2be-3250fa681a23" xsi:nil="true"/>
    <Test1 xmlns="fdf9c394-0b1d-4a06-810f-76f07b4d34b0" xsi:nil="true"/>
    <SharedWithUsers xmlns="18ef3863-bbba-4758-b2be-3250fa681a23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D6B14B1C-AAD6-45B4-B242-933F275FFD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f9c394-0b1d-4a06-810f-76f07b4d34b0"/>
    <ds:schemaRef ds:uri="18ef3863-bbba-4758-b2be-3250fa681a23"/>
    <ds:schemaRef ds:uri="2612c0cb-fd1b-4026-a3f1-ad1cc196f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EE0767-1D24-44FB-A1FD-B6FDCB9E56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08F61A-3085-4E1E-B85F-FDD8FE6FAF3F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2612c0cb-fd1b-4026-a3f1-ad1cc196f026"/>
    <ds:schemaRef ds:uri="http://purl.org/dc/dcmitype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18ef3863-bbba-4758-b2be-3250fa681a23"/>
    <ds:schemaRef ds:uri="fdf9c394-0b1d-4a06-810f-76f07b4d34b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2026_Template-presentation</Template>
  <TotalTime>3664</TotalTime>
  <Words>1383</Words>
  <Application>Microsoft Office PowerPoint</Application>
  <PresentationFormat>Grand écran</PresentationFormat>
  <Paragraphs>181</Paragraphs>
  <Slides>8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Barlow</vt:lpstr>
      <vt:lpstr>Barlow-Black</vt:lpstr>
      <vt:lpstr>Barlow-SemiBold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Floch Antonin (KINEIS)</dc:creator>
  <cp:lastModifiedBy>Deslandes Vincent (KINEIS)</cp:lastModifiedBy>
  <cp:revision>293</cp:revision>
  <dcterms:created xsi:type="dcterms:W3CDTF">2026-09-28T06:37:09Z</dcterms:created>
  <dcterms:modified xsi:type="dcterms:W3CDTF">2026-10-13T07:02:09Z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Order">
    <vt:r8>648800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ContentTypeId">
    <vt:lpwstr>0x010100D3805AB77212B74E842BAF4059B7BAF5</vt:lpwstr>
  </property>
</Properties>
</file>