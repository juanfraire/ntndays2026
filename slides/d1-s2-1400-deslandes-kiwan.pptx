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3255" r:id="rId5"/>
    <p:sldId id="3267" r:id="rId6"/>
    <p:sldId id="2147481818" r:id="rId7"/>
    <p:sldId id="2147481835" r:id="rId8"/>
    <p:sldId id="2147481859" r:id="rId9"/>
    <p:sldId id="2147481854" r:id="rId10"/>
    <p:sldId id="2147481827" r:id="rId11"/>
    <p:sldId id="2147481856" r:id="rId12"/>
    <p:sldId id="3305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4" orient="horz" pos="459" userDrawn="1">
          <p15:clr>
            <a:srgbClr val="A4A3A4"/>
          </p15:clr>
        </p15:guide>
        <p15:guide id="5" orient="horz" pos="754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43C302-6467-08E7-EC60-448A8BEE23CF}" name="Nicolas Eric (KINEIS)" initials="EN" userId="S::enicolas@kineis.com::6b532ef1-b08f-41b2-bf86-d5ec9c3a99cc" providerId="AD"/>
  <p188:author id="{28AB3FCA-BB59-AEA8-6D37-4AE17757FE4C}" name="Thibault Anne-Cécile (KINEIS)" initials="AT" userId="S::athibault@kineis.com::8438940b-199f-43c3-a5c0-0694b55ab61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rrier Remi (KINEIS)" initials="FR(" lastIdx="4" clrIdx="0">
    <p:extLst>
      <p:ext uri="{19B8F6BF-5375-455C-9EA6-DF929625EA0E}">
        <p15:presenceInfo xmlns:p15="http://schemas.microsoft.com/office/powerpoint/2012/main" userId="S::rferrier@kineis.com::7c9b87b3-773d-469c-bcc5-914a58a0ea43" providerId="AD"/>
      </p:ext>
    </p:extLst>
  </p:cmAuthor>
  <p:cmAuthor id="2" name="Laborie Cécile (KINEIS)" initials="L(" lastIdx="4" clrIdx="1">
    <p:extLst>
      <p:ext uri="{19B8F6BF-5375-455C-9EA6-DF929625EA0E}">
        <p15:presenceInfo xmlns:p15="http://schemas.microsoft.com/office/powerpoint/2012/main" userId="S::claborie@kineis.com::e9c0f0c6-9202-4d05-bd58-d83a595d53b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506"/>
    <a:srgbClr val="D2A113"/>
    <a:srgbClr val="1A2F48"/>
    <a:srgbClr val="0C1829"/>
    <a:srgbClr val="F0F0F0"/>
    <a:srgbClr val="223A54"/>
    <a:srgbClr val="DEEBF7"/>
    <a:srgbClr val="F286AD"/>
    <a:srgbClr val="FCE1EA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A4976-040D-4F60-B950-8BFB81A09277}" v="12" dt="2026-10-13T06:49:39.213"/>
    <p1510:client id="{20D99470-C637-4F91-B878-122A433E5414}" v="876" dt="2026-10-12T22:14:33.712"/>
    <p1510:client id="{24945211-C113-41C0-A1EB-9B264D01F9BF}" v="948" dt="2026-10-12T20:31:50.861"/>
    <p1510:client id="{5909DB99-AE8E-4CC4-902F-E605203668C6}" v="71" dt="2026-10-12T15:11:34.867"/>
    <p1510:client id="{69838E48-46EA-4395-A115-FC46AA95C804}" v="1946" dt="2026-10-13T06:42:05.863"/>
    <p1510:client id="{7DEFE3C7-4B61-46E5-83A5-4B8A1E1C4848}" v="888" dt="2026-10-12T22:45:52.317"/>
    <p1510:client id="{99C9ED96-F168-4624-A929-D1C136AB93DE}" v="2" dt="2026-10-12T16:49:21.7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25"/>
        <p:guide pos="7355"/>
        <p:guide orient="horz" pos="459"/>
        <p:guide orient="horz" pos="754"/>
        <p:guide orient="horz" pos="408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landes Vincent (KINEIS)" userId="142c1a83-0c13-4d92-a6b8-1ad52a03ee35" providerId="ADAL" clId="{93D5DC4F-D631-41F7-8826-46BEC4B54866}"/>
    <pc:docChg chg="undo custSel addSld delSld modSld sldOrd">
      <pc:chgData name="Deslandes Vincent (KINEIS)" userId="142c1a83-0c13-4d92-a6b8-1ad52a03ee35" providerId="ADAL" clId="{93D5DC4F-D631-41F7-8826-46BEC4B54866}" dt="2026-10-13T06:49:39.213" v="1044" actId="167"/>
      <pc:docMkLst>
        <pc:docMk/>
      </pc:docMkLst>
      <pc:sldChg chg="modSp mod">
        <pc:chgData name="Deslandes Vincent (KINEIS)" userId="142c1a83-0c13-4d92-a6b8-1ad52a03ee35" providerId="ADAL" clId="{93D5DC4F-D631-41F7-8826-46BEC4B54866}" dt="2026-10-13T06:41:22.175" v="1025" actId="1076"/>
        <pc:sldMkLst>
          <pc:docMk/>
          <pc:sldMk cId="1224520611" sldId="3255"/>
        </pc:sldMkLst>
        <pc:spChg chg="mod">
          <ac:chgData name="Deslandes Vincent (KINEIS)" userId="142c1a83-0c13-4d92-a6b8-1ad52a03ee35" providerId="ADAL" clId="{93D5DC4F-D631-41F7-8826-46BEC4B54866}" dt="2026-10-13T06:41:22.175" v="1025" actId="1076"/>
          <ac:spMkLst>
            <pc:docMk/>
            <pc:sldMk cId="1224520611" sldId="3255"/>
            <ac:spMk id="3" creationId="{9F7E9B82-4707-F8ED-4902-FEC9CB87DCC1}"/>
          </ac:spMkLst>
        </pc:spChg>
      </pc:sldChg>
      <pc:sldChg chg="addSp delSp modSp mod delAnim modAnim">
        <pc:chgData name="Deslandes Vincent (KINEIS)" userId="142c1a83-0c13-4d92-a6b8-1ad52a03ee35" providerId="ADAL" clId="{93D5DC4F-D631-41F7-8826-46BEC4B54866}" dt="2026-10-13T06:49:39.213" v="1044" actId="167"/>
        <pc:sldMkLst>
          <pc:docMk/>
          <pc:sldMk cId="2190941726" sldId="3267"/>
        </pc:sldMkLst>
        <pc:spChg chg="mod">
          <ac:chgData name="Deslandes Vincent (KINEIS)" userId="142c1a83-0c13-4d92-a6b8-1ad52a03ee35" providerId="ADAL" clId="{93D5DC4F-D631-41F7-8826-46BEC4B54866}" dt="2026-10-13T06:41:59.820" v="1031" actId="14100"/>
          <ac:spMkLst>
            <pc:docMk/>
            <pc:sldMk cId="2190941726" sldId="3267"/>
            <ac:spMk id="2" creationId="{D38CCCE4-18BB-D147-5F32-7419A3FB471C}"/>
          </ac:spMkLst>
        </pc:spChg>
        <pc:picChg chg="add mod">
          <ac:chgData name="Deslandes Vincent (KINEIS)" userId="142c1a83-0c13-4d92-a6b8-1ad52a03ee35" providerId="ADAL" clId="{93D5DC4F-D631-41F7-8826-46BEC4B54866}" dt="2026-10-13T06:49:31.173" v="1040"/>
          <ac:picMkLst>
            <pc:docMk/>
            <pc:sldMk cId="2190941726" sldId="3267"/>
            <ac:picMk id="3" creationId="{23879F57-DA22-0B28-AC07-9E4A1832E412}"/>
          </ac:picMkLst>
        </pc:picChg>
        <pc:picChg chg="del">
          <ac:chgData name="Deslandes Vincent (KINEIS)" userId="142c1a83-0c13-4d92-a6b8-1ad52a03ee35" providerId="ADAL" clId="{93D5DC4F-D631-41F7-8826-46BEC4B54866}" dt="2026-10-13T06:49:30.572" v="1039" actId="21"/>
          <ac:picMkLst>
            <pc:docMk/>
            <pc:sldMk cId="2190941726" sldId="3267"/>
            <ac:picMk id="7" creationId="{23879F57-DA22-0B28-AC07-9E4A1832E412}"/>
          </ac:picMkLst>
        </pc:picChg>
        <pc:picChg chg="add mod ord">
          <ac:chgData name="Deslandes Vincent (KINEIS)" userId="142c1a83-0c13-4d92-a6b8-1ad52a03ee35" providerId="ADAL" clId="{93D5DC4F-D631-41F7-8826-46BEC4B54866}" dt="2026-10-13T06:49:39.213" v="1044" actId="167"/>
          <ac:picMkLst>
            <pc:docMk/>
            <pc:sldMk cId="2190941726" sldId="3267"/>
            <ac:picMk id="10" creationId="{3436360C-3644-DD39-A244-4794361E4E7F}"/>
          </ac:picMkLst>
        </pc:picChg>
        <pc:picChg chg="mod">
          <ac:chgData name="Deslandes Vincent (KINEIS)" userId="142c1a83-0c13-4d92-a6b8-1ad52a03ee35" providerId="ADAL" clId="{93D5DC4F-D631-41F7-8826-46BEC4B54866}" dt="2026-10-12T22:26:52.473" v="1" actId="1076"/>
          <ac:picMkLst>
            <pc:docMk/>
            <pc:sldMk cId="2190941726" sldId="3267"/>
            <ac:picMk id="11" creationId="{60BC1500-D1F2-44CF-9F8C-6BCCE9A51028}"/>
          </ac:picMkLst>
        </pc:picChg>
      </pc:sldChg>
      <pc:sldChg chg="del">
        <pc:chgData name="Deslandes Vincent (KINEIS)" userId="142c1a83-0c13-4d92-a6b8-1ad52a03ee35" providerId="ADAL" clId="{93D5DC4F-D631-41F7-8826-46BEC4B54866}" dt="2026-10-12T22:31:49.413" v="46" actId="47"/>
        <pc:sldMkLst>
          <pc:docMk/>
          <pc:sldMk cId="1504124778" sldId="2147481781"/>
        </pc:sldMkLst>
      </pc:sldChg>
      <pc:sldChg chg="addSp delSp modSp mod">
        <pc:chgData name="Deslandes Vincent (KINEIS)" userId="142c1a83-0c13-4d92-a6b8-1ad52a03ee35" providerId="ADAL" clId="{93D5DC4F-D631-41F7-8826-46BEC4B54866}" dt="2026-10-13T06:42:05.863" v="1032" actId="20577"/>
        <pc:sldMkLst>
          <pc:docMk/>
          <pc:sldMk cId="136655431" sldId="2147481818"/>
        </pc:sldMkLst>
        <pc:spChg chg="add mod">
          <ac:chgData name="Deslandes Vincent (KINEIS)" userId="142c1a83-0c13-4d92-a6b8-1ad52a03ee35" providerId="ADAL" clId="{93D5DC4F-D631-41F7-8826-46BEC4B54866}" dt="2026-10-13T06:28:13.987" v="764" actId="1076"/>
          <ac:spMkLst>
            <pc:docMk/>
            <pc:sldMk cId="136655431" sldId="2147481818"/>
            <ac:spMk id="13" creationId="{C3DCF8B0-34D9-83C2-3319-F2C2141A1DF0}"/>
          </ac:spMkLst>
        </pc:spChg>
        <pc:spChg chg="add mod">
          <ac:chgData name="Deslandes Vincent (KINEIS)" userId="142c1a83-0c13-4d92-a6b8-1ad52a03ee35" providerId="ADAL" clId="{93D5DC4F-D631-41F7-8826-46BEC4B54866}" dt="2026-10-13T06:28:37.234" v="833" actId="1036"/>
          <ac:spMkLst>
            <pc:docMk/>
            <pc:sldMk cId="136655431" sldId="2147481818"/>
            <ac:spMk id="14" creationId="{1F9761BD-94D3-926C-A427-95F7333228E2}"/>
          </ac:spMkLst>
        </pc:spChg>
        <pc:spChg chg="add mod">
          <ac:chgData name="Deslandes Vincent (KINEIS)" userId="142c1a83-0c13-4d92-a6b8-1ad52a03ee35" providerId="ADAL" clId="{93D5DC4F-D631-41F7-8826-46BEC4B54866}" dt="2026-10-13T06:28:56.430" v="840" actId="20577"/>
          <ac:spMkLst>
            <pc:docMk/>
            <pc:sldMk cId="136655431" sldId="2147481818"/>
            <ac:spMk id="16" creationId="{89A39EAB-320A-A06D-9F66-487E74796938}"/>
          </ac:spMkLst>
        </pc:spChg>
        <pc:spChg chg="mod">
          <ac:chgData name="Deslandes Vincent (KINEIS)" userId="142c1a83-0c13-4d92-a6b8-1ad52a03ee35" providerId="ADAL" clId="{93D5DC4F-D631-41F7-8826-46BEC4B54866}" dt="2026-10-13T06:42:05.863" v="1032" actId="20577"/>
          <ac:spMkLst>
            <pc:docMk/>
            <pc:sldMk cId="136655431" sldId="2147481818"/>
            <ac:spMk id="120" creationId="{2CE36098-84CA-6BFA-EE27-EA51A3FA87BB}"/>
          </ac:spMkLst>
        </pc:spChg>
        <pc:spChg chg="mod">
          <ac:chgData name="Deslandes Vincent (KINEIS)" userId="142c1a83-0c13-4d92-a6b8-1ad52a03ee35" providerId="ADAL" clId="{93D5DC4F-D631-41F7-8826-46BEC4B54866}" dt="2026-10-13T06:36:27.451" v="968" actId="20577"/>
          <ac:spMkLst>
            <pc:docMk/>
            <pc:sldMk cId="136655431" sldId="2147481818"/>
            <ac:spMk id="400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5:50:18.721" v="391" actId="478"/>
          <ac:spMkLst>
            <pc:docMk/>
            <pc:sldMk cId="136655431" sldId="2147481818"/>
            <ac:spMk id="40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1:31.101" v="895" actId="20577"/>
          <ac:spMkLst>
            <pc:docMk/>
            <pc:sldMk cId="136655431" sldId="2147481818"/>
            <ac:spMk id="402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5:50:18.721" v="391" actId="478"/>
          <ac:spMkLst>
            <pc:docMk/>
            <pc:sldMk cId="136655431" sldId="2147481818"/>
            <ac:spMk id="403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0:11.555" v="390" actId="113"/>
          <ac:spMkLst>
            <pc:docMk/>
            <pc:sldMk cId="136655431" sldId="2147481818"/>
            <ac:spMk id="404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5:50:18.721" v="391" actId="478"/>
          <ac:spMkLst>
            <pc:docMk/>
            <pc:sldMk cId="136655431" sldId="2147481818"/>
            <ac:spMk id="405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44:37.596" v="260" actId="14100"/>
          <ac:spMkLst>
            <pc:docMk/>
            <pc:sldMk cId="136655431" sldId="2147481818"/>
            <ac:spMk id="406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28:06.124" v="761" actId="1076"/>
          <ac:spMkLst>
            <pc:docMk/>
            <pc:sldMk cId="136655431" sldId="2147481818"/>
            <ac:spMk id="407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04:02.460" v="622" actId="1038"/>
          <ac:spMkLst>
            <pc:docMk/>
            <pc:sldMk cId="136655431" sldId="2147481818"/>
            <ac:spMk id="408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2:12.807" v="918" actId="1035"/>
          <ac:spMkLst>
            <pc:docMk/>
            <pc:sldMk cId="136655431" sldId="2147481818"/>
            <ac:spMk id="409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2:07.575" v="905" actId="1036"/>
          <ac:spMkLst>
            <pc:docMk/>
            <pc:sldMk cId="136655431" sldId="2147481818"/>
            <ac:spMk id="41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2:07.575" v="905" actId="1036"/>
          <ac:spMkLst>
            <pc:docMk/>
            <pc:sldMk cId="136655431" sldId="2147481818"/>
            <ac:spMk id="41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29:37.690" v="844" actId="1076"/>
          <ac:spMkLst>
            <pc:docMk/>
            <pc:sldMk cId="136655431" sldId="2147481818"/>
            <ac:spMk id="50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2:07.575" v="905" actId="1036"/>
          <ac:spMkLst>
            <pc:docMk/>
            <pc:sldMk cId="136655431" sldId="2147481818"/>
            <ac:spMk id="503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2:07.575" v="905" actId="1036"/>
          <ac:spMkLst>
            <pc:docMk/>
            <pc:sldMk cId="136655431" sldId="2147481818"/>
            <ac:spMk id="504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2:07.575" v="905" actId="1036"/>
          <ac:spMkLst>
            <pc:docMk/>
            <pc:sldMk cId="136655431" sldId="2147481818"/>
            <ac:spMk id="505" creationId="{00000000-0000-0000-0000-000000000000}"/>
          </ac:spMkLst>
        </pc:spChg>
        <pc:picChg chg="mod">
          <ac:chgData name="Deslandes Vincent (KINEIS)" userId="142c1a83-0c13-4d92-a6b8-1ad52a03ee35" providerId="ADAL" clId="{93D5DC4F-D631-41F7-8826-46BEC4B54866}" dt="2026-10-13T06:03:17.364" v="594" actId="1076"/>
          <ac:picMkLst>
            <pc:docMk/>
            <pc:sldMk cId="136655431" sldId="2147481818"/>
            <ac:picMk id="3" creationId="{CD30F817-63A9-2AC1-9423-F6DE10D1334E}"/>
          </ac:picMkLst>
        </pc:picChg>
        <pc:picChg chg="add del mod">
          <ac:chgData name="Deslandes Vincent (KINEIS)" userId="142c1a83-0c13-4d92-a6b8-1ad52a03ee35" providerId="ADAL" clId="{93D5DC4F-D631-41F7-8826-46BEC4B54866}" dt="2026-10-13T05:47:08.689" v="307" actId="22"/>
          <ac:picMkLst>
            <pc:docMk/>
            <pc:sldMk cId="136655431" sldId="2147481818"/>
            <ac:picMk id="4" creationId="{32167925-0184-AAA3-F38B-15970E3C37C2}"/>
          </ac:picMkLst>
        </pc:picChg>
        <pc:picChg chg="add del mod">
          <ac:chgData name="Deslandes Vincent (KINEIS)" userId="142c1a83-0c13-4d92-a6b8-1ad52a03ee35" providerId="ADAL" clId="{93D5DC4F-D631-41F7-8826-46BEC4B54866}" dt="2026-10-13T05:47:08.689" v="307" actId="22"/>
          <ac:picMkLst>
            <pc:docMk/>
            <pc:sldMk cId="136655431" sldId="2147481818"/>
            <ac:picMk id="6" creationId="{A85EC05D-43A8-95DF-4E8E-AE3C274D9DE0}"/>
          </ac:picMkLst>
        </pc:picChg>
        <pc:picChg chg="add del mod">
          <ac:chgData name="Deslandes Vincent (KINEIS)" userId="142c1a83-0c13-4d92-a6b8-1ad52a03ee35" providerId="ADAL" clId="{93D5DC4F-D631-41F7-8826-46BEC4B54866}" dt="2026-10-13T05:48:06.704" v="318" actId="478"/>
          <ac:picMkLst>
            <pc:docMk/>
            <pc:sldMk cId="136655431" sldId="2147481818"/>
            <ac:picMk id="8" creationId="{F23C1A5E-26D9-0385-C668-1C31EB7D6C16}"/>
          </ac:picMkLst>
        </pc:picChg>
        <pc:picChg chg="add mod">
          <ac:chgData name="Deslandes Vincent (KINEIS)" userId="142c1a83-0c13-4d92-a6b8-1ad52a03ee35" providerId="ADAL" clId="{93D5DC4F-D631-41F7-8826-46BEC4B54866}" dt="2026-10-13T06:28:13.987" v="764" actId="1076"/>
          <ac:picMkLst>
            <pc:docMk/>
            <pc:sldMk cId="136655431" sldId="2147481818"/>
            <ac:picMk id="9" creationId="{40032A5F-EAC1-F40F-3C7A-3243FBB028C2}"/>
          </ac:picMkLst>
        </pc:picChg>
        <pc:picChg chg="add mod">
          <ac:chgData name="Deslandes Vincent (KINEIS)" userId="142c1a83-0c13-4d92-a6b8-1ad52a03ee35" providerId="ADAL" clId="{93D5DC4F-D631-41F7-8826-46BEC4B54866}" dt="2026-10-13T06:28:13.987" v="764" actId="1076"/>
          <ac:picMkLst>
            <pc:docMk/>
            <pc:sldMk cId="136655431" sldId="2147481818"/>
            <ac:picMk id="11" creationId="{9A86CCF4-E85F-B214-35E4-53DD62C4D77C}"/>
          </ac:picMkLst>
        </pc:picChg>
        <pc:picChg chg="mod">
          <ac:chgData name="Deslandes Vincent (KINEIS)" userId="142c1a83-0c13-4d92-a6b8-1ad52a03ee35" providerId="ADAL" clId="{93D5DC4F-D631-41F7-8826-46BEC4B54866}" dt="2026-10-13T06:32:07.575" v="905" actId="1036"/>
          <ac:picMkLst>
            <pc:docMk/>
            <pc:sldMk cId="136655431" sldId="2147481818"/>
            <ac:picMk id="415" creationId="{00000000-0000-0000-0000-000000000000}"/>
          </ac:picMkLst>
        </pc:picChg>
        <pc:picChg chg="mod">
          <ac:chgData name="Deslandes Vincent (KINEIS)" userId="142c1a83-0c13-4d92-a6b8-1ad52a03ee35" providerId="ADAL" clId="{93D5DC4F-D631-41F7-8826-46BEC4B54866}" dt="2026-10-13T06:32:07.575" v="905" actId="1036"/>
          <ac:picMkLst>
            <pc:docMk/>
            <pc:sldMk cId="136655431" sldId="2147481818"/>
            <ac:picMk id="416" creationId="{00000000-0000-0000-0000-000000000000}"/>
          </ac:picMkLst>
        </pc:picChg>
        <pc:picChg chg="mod">
          <ac:chgData name="Deslandes Vincent (KINEIS)" userId="142c1a83-0c13-4d92-a6b8-1ad52a03ee35" providerId="ADAL" clId="{93D5DC4F-D631-41F7-8826-46BEC4B54866}" dt="2026-10-13T06:32:07.575" v="905" actId="1036"/>
          <ac:picMkLst>
            <pc:docMk/>
            <pc:sldMk cId="136655431" sldId="2147481818"/>
            <ac:picMk id="417" creationId="{00000000-0000-0000-0000-000000000000}"/>
          </ac:picMkLst>
        </pc:picChg>
      </pc:sldChg>
      <pc:sldChg chg="modSp mod">
        <pc:chgData name="Deslandes Vincent (KINEIS)" userId="142c1a83-0c13-4d92-a6b8-1ad52a03ee35" providerId="ADAL" clId="{93D5DC4F-D631-41F7-8826-46BEC4B54866}" dt="2026-10-13T06:47:20.448" v="1038" actId="113"/>
        <pc:sldMkLst>
          <pc:docMk/>
          <pc:sldMk cId="2345685559" sldId="2147481827"/>
        </pc:sldMkLst>
        <pc:spChg chg="mod">
          <ac:chgData name="Deslandes Vincent (KINEIS)" userId="142c1a83-0c13-4d92-a6b8-1ad52a03ee35" providerId="ADAL" clId="{93D5DC4F-D631-41F7-8826-46BEC4B54866}" dt="2026-10-13T06:47:02.906" v="1035" actId="108"/>
          <ac:spMkLst>
            <pc:docMk/>
            <pc:sldMk cId="2345685559" sldId="2147481827"/>
            <ac:spMk id="2" creationId="{10C813AE-CFEA-CE0E-A04F-F317F38C76D8}"/>
          </ac:spMkLst>
        </pc:spChg>
        <pc:spChg chg="mod">
          <ac:chgData name="Deslandes Vincent (KINEIS)" userId="142c1a83-0c13-4d92-a6b8-1ad52a03ee35" providerId="ADAL" clId="{93D5DC4F-D631-41F7-8826-46BEC4B54866}" dt="2026-10-13T06:47:01.707" v="1033" actId="108"/>
          <ac:spMkLst>
            <pc:docMk/>
            <pc:sldMk cId="2345685559" sldId="2147481827"/>
            <ac:spMk id="14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47:02.364" v="1034" actId="108"/>
          <ac:spMkLst>
            <pc:docMk/>
            <pc:sldMk cId="2345685559" sldId="2147481827"/>
            <ac:spMk id="14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47:20.448" v="1038" actId="113"/>
          <ac:spMkLst>
            <pc:docMk/>
            <pc:sldMk cId="2345685559" sldId="2147481827"/>
            <ac:spMk id="145" creationId="{00000000-0000-0000-0000-000000000000}"/>
          </ac:spMkLst>
        </pc:spChg>
      </pc:sldChg>
      <pc:sldChg chg="modSp del mod">
        <pc:chgData name="Deslandes Vincent (KINEIS)" userId="142c1a83-0c13-4d92-a6b8-1ad52a03ee35" providerId="ADAL" clId="{93D5DC4F-D631-41F7-8826-46BEC4B54866}" dt="2026-10-13T06:24:25.529" v="692"/>
        <pc:sldMkLst>
          <pc:docMk/>
          <pc:sldMk cId="677923937" sldId="2147481828"/>
        </pc:sldMkLst>
        <pc:spChg chg="mod">
          <ac:chgData name="Deslandes Vincent (KINEIS)" userId="142c1a83-0c13-4d92-a6b8-1ad52a03ee35" providerId="ADAL" clId="{93D5DC4F-D631-41F7-8826-46BEC4B54866}" dt="2026-10-13T06:04:26.760" v="631" actId="20577"/>
          <ac:spMkLst>
            <pc:docMk/>
            <pc:sldMk cId="677923937" sldId="2147481828"/>
            <ac:spMk id="120" creationId="{1F1A0E2B-83F9-F3DE-880D-9A236246F451}"/>
          </ac:spMkLst>
        </pc:spChg>
        <pc:spChg chg="mod">
          <ac:chgData name="Deslandes Vincent (KINEIS)" userId="142c1a83-0c13-4d92-a6b8-1ad52a03ee35" providerId="ADAL" clId="{93D5DC4F-D631-41F7-8826-46BEC4B54866}" dt="2026-10-13T06:23:12.400" v="690" actId="20577"/>
          <ac:spMkLst>
            <pc:docMk/>
            <pc:sldMk cId="677923937" sldId="2147481828"/>
            <ac:spMk id="600" creationId="{00000000-0000-0000-0000-000000000000}"/>
          </ac:spMkLst>
        </pc:spChg>
      </pc:sldChg>
      <pc:sldChg chg="addSp delSp modSp mod ord">
        <pc:chgData name="Deslandes Vincent (KINEIS)" userId="142c1a83-0c13-4d92-a6b8-1ad52a03ee35" providerId="ADAL" clId="{93D5DC4F-D631-41F7-8826-46BEC4B54866}" dt="2026-10-13T06:40:30.009" v="1024"/>
        <pc:sldMkLst>
          <pc:docMk/>
          <pc:sldMk cId="4224160054" sldId="2147481835"/>
        </pc:sldMkLst>
        <pc:spChg chg="add mod">
          <ac:chgData name="Deslandes Vincent (KINEIS)" userId="142c1a83-0c13-4d92-a6b8-1ad52a03ee35" providerId="ADAL" clId="{93D5DC4F-D631-41F7-8826-46BEC4B54866}" dt="2026-10-13T05:59:07.834" v="504" actId="12"/>
          <ac:spMkLst>
            <pc:docMk/>
            <pc:sldMk cId="4224160054" sldId="2147481835"/>
            <ac:spMk id="2" creationId="{DA7565E4-4869-C6EF-3158-398F53A1F226}"/>
          </ac:spMkLst>
        </pc:spChg>
        <pc:spChg chg="mod">
          <ac:chgData name="Deslandes Vincent (KINEIS)" userId="142c1a83-0c13-4d92-a6b8-1ad52a03ee35" providerId="ADAL" clId="{93D5DC4F-D631-41F7-8826-46BEC4B54866}" dt="2026-10-13T06:27:58.089" v="760" actId="20577"/>
          <ac:spMkLst>
            <pc:docMk/>
            <pc:sldMk cId="4224160054" sldId="2147481835"/>
            <ac:spMk id="120" creationId="{66ED3ABA-3E3F-42B4-9374-2A2CAF038649}"/>
          </ac:spMkLst>
        </pc:spChg>
        <pc:spChg chg="del">
          <ac:chgData name="Deslandes Vincent (KINEIS)" userId="142c1a83-0c13-4d92-a6b8-1ad52a03ee35" providerId="ADAL" clId="{93D5DC4F-D631-41F7-8826-46BEC4B54866}" dt="2026-10-13T05:57:09.030" v="425" actId="478"/>
          <ac:spMkLst>
            <pc:docMk/>
            <pc:sldMk cId="4224160054" sldId="2147481835"/>
            <ac:spMk id="504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7:36.916" v="426" actId="1076"/>
          <ac:spMkLst>
            <pc:docMk/>
            <pc:sldMk cId="4224160054" sldId="2147481835"/>
            <ac:spMk id="505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9:16.251" v="505" actId="1076"/>
          <ac:spMkLst>
            <pc:docMk/>
            <pc:sldMk cId="4224160054" sldId="2147481835"/>
            <ac:spMk id="506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27:00.408" v="759" actId="113"/>
          <ac:spMkLst>
            <pc:docMk/>
            <pc:sldMk cId="4224160054" sldId="2147481835"/>
            <ac:spMk id="507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5:57:09.030" v="425" actId="478"/>
          <ac:spMkLst>
            <pc:docMk/>
            <pc:sldMk cId="4224160054" sldId="2147481835"/>
            <ac:spMk id="51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9:37.099" v="507" actId="20577"/>
          <ac:spMkLst>
            <pc:docMk/>
            <pc:sldMk cId="4224160054" sldId="2147481835"/>
            <ac:spMk id="512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8:07.897" v="433" actId="1076"/>
          <ac:spMkLst>
            <pc:docMk/>
            <pc:sldMk cId="4224160054" sldId="2147481835"/>
            <ac:spMk id="513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8:12.964" v="434" actId="1076"/>
          <ac:spMkLst>
            <pc:docMk/>
            <pc:sldMk cId="4224160054" sldId="2147481835"/>
            <ac:spMk id="514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8:12.964" v="434" actId="1076"/>
          <ac:spMkLst>
            <pc:docMk/>
            <pc:sldMk cId="4224160054" sldId="2147481835"/>
            <ac:spMk id="515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5:57:09.030" v="425" actId="478"/>
          <ac:spMkLst>
            <pc:docMk/>
            <pc:sldMk cId="4224160054" sldId="2147481835"/>
            <ac:spMk id="519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7:59.462" v="431" actId="1076"/>
          <ac:spMkLst>
            <pc:docMk/>
            <pc:sldMk cId="4224160054" sldId="2147481835"/>
            <ac:spMk id="52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8:03.410" v="432" actId="1076"/>
          <ac:spMkLst>
            <pc:docMk/>
            <pc:sldMk cId="4224160054" sldId="2147481835"/>
            <ac:spMk id="52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9:55.522" v="510" actId="1076"/>
          <ac:spMkLst>
            <pc:docMk/>
            <pc:sldMk cId="4224160054" sldId="2147481835"/>
            <ac:spMk id="522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9:55.522" v="510" actId="1076"/>
          <ac:spMkLst>
            <pc:docMk/>
            <pc:sldMk cId="4224160054" sldId="2147481835"/>
            <ac:spMk id="523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9:55.522" v="510" actId="1076"/>
          <ac:spMkLst>
            <pc:docMk/>
            <pc:sldMk cId="4224160054" sldId="2147481835"/>
            <ac:spMk id="524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9:55.522" v="510" actId="1076"/>
          <ac:spMkLst>
            <pc:docMk/>
            <pc:sldMk cId="4224160054" sldId="2147481835"/>
            <ac:spMk id="525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5:57:09.030" v="425" actId="478"/>
          <ac:spMkLst>
            <pc:docMk/>
            <pc:sldMk cId="4224160054" sldId="2147481835"/>
            <ac:spMk id="529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00:04.734" v="511" actId="1076"/>
          <ac:spMkLst>
            <pc:docMk/>
            <pc:sldMk cId="4224160054" sldId="2147481835"/>
            <ac:spMk id="53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00:07.323" v="512" actId="1076"/>
          <ac:spMkLst>
            <pc:docMk/>
            <pc:sldMk cId="4224160054" sldId="2147481835"/>
            <ac:spMk id="53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3:44.441" v="922" actId="20577"/>
          <ac:spMkLst>
            <pc:docMk/>
            <pc:sldMk cId="4224160054" sldId="2147481835"/>
            <ac:spMk id="532" creationId="{00000000-0000-0000-0000-000000000000}"/>
          </ac:spMkLst>
        </pc:spChg>
      </pc:sldChg>
      <pc:sldChg chg="modSp del mod">
        <pc:chgData name="Deslandes Vincent (KINEIS)" userId="142c1a83-0c13-4d92-a6b8-1ad52a03ee35" providerId="ADAL" clId="{93D5DC4F-D631-41F7-8826-46BEC4B54866}" dt="2026-10-12T22:44:11.129" v="256"/>
        <pc:sldMkLst>
          <pc:docMk/>
          <pc:sldMk cId="1709846924" sldId="2147481841"/>
        </pc:sldMkLst>
        <pc:spChg chg="mod">
          <ac:chgData name="Deslandes Vincent (KINEIS)" userId="142c1a83-0c13-4d92-a6b8-1ad52a03ee35" providerId="ADAL" clId="{93D5DC4F-D631-41F7-8826-46BEC4B54866}" dt="2026-10-12T22:43:46.687" v="254" actId="20577"/>
          <ac:spMkLst>
            <pc:docMk/>
            <pc:sldMk cId="1709846924" sldId="2147481841"/>
            <ac:spMk id="60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2T22:38:58.691" v="104" actId="20577"/>
          <ac:spMkLst>
            <pc:docMk/>
            <pc:sldMk cId="1709846924" sldId="2147481841"/>
            <ac:spMk id="604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2T22:41:09.505" v="164" actId="113"/>
          <ac:spMkLst>
            <pc:docMk/>
            <pc:sldMk cId="1709846924" sldId="2147481841"/>
            <ac:spMk id="608" creationId="{00000000-0000-0000-0000-000000000000}"/>
          </ac:spMkLst>
        </pc:spChg>
      </pc:sldChg>
      <pc:sldChg chg="modSp mod">
        <pc:chgData name="Deslandes Vincent (KINEIS)" userId="142c1a83-0c13-4d92-a6b8-1ad52a03ee35" providerId="ADAL" clId="{93D5DC4F-D631-41F7-8826-46BEC4B54866}" dt="2026-10-12T22:28:55.018" v="26" actId="1076"/>
        <pc:sldMkLst>
          <pc:docMk/>
          <pc:sldMk cId="1643527784" sldId="2147481848"/>
        </pc:sldMkLst>
        <pc:spChg chg="mod">
          <ac:chgData name="Deslandes Vincent (KINEIS)" userId="142c1a83-0c13-4d92-a6b8-1ad52a03ee35" providerId="ADAL" clId="{93D5DC4F-D631-41F7-8826-46BEC4B54866}" dt="2026-10-12T22:28:55.018" v="26" actId="1076"/>
          <ac:spMkLst>
            <pc:docMk/>
            <pc:sldMk cId="1643527784" sldId="2147481848"/>
            <ac:spMk id="601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2T22:28:51.726" v="25" actId="1076"/>
          <ac:spMkLst>
            <pc:docMk/>
            <pc:sldMk cId="1643527784" sldId="2147481848"/>
            <ac:spMk id="603" creationId="{00000000-0000-0000-0000-000000000000}"/>
          </ac:spMkLst>
        </pc:spChg>
      </pc:sldChg>
      <pc:sldChg chg="delSp modSp mod">
        <pc:chgData name="Deslandes Vincent (KINEIS)" userId="142c1a83-0c13-4d92-a6b8-1ad52a03ee35" providerId="ADAL" clId="{93D5DC4F-D631-41F7-8826-46BEC4B54866}" dt="2026-10-13T05:53:07.043" v="422" actId="20577"/>
        <pc:sldMkLst>
          <pc:docMk/>
          <pc:sldMk cId="3859329621" sldId="2147481854"/>
        </pc:sldMkLst>
        <pc:spChg chg="mod">
          <ac:chgData name="Deslandes Vincent (KINEIS)" userId="142c1a83-0c13-4d92-a6b8-1ad52a03ee35" providerId="ADAL" clId="{93D5DC4F-D631-41F7-8826-46BEC4B54866}" dt="2026-10-13T05:53:07.043" v="422" actId="20577"/>
          <ac:spMkLst>
            <pc:docMk/>
            <pc:sldMk cId="3859329621" sldId="2147481854"/>
            <ac:spMk id="120" creationId="{C2F4404C-3256-56A3-5050-94F029BA3032}"/>
          </ac:spMkLst>
        </pc:spChg>
        <pc:spChg chg="del">
          <ac:chgData name="Deslandes Vincent (KINEIS)" userId="142c1a83-0c13-4d92-a6b8-1ad52a03ee35" providerId="ADAL" clId="{93D5DC4F-D631-41F7-8826-46BEC4B54866}" dt="2026-10-13T05:52:52.863" v="411" actId="478"/>
          <ac:spMkLst>
            <pc:docMk/>
            <pc:sldMk cId="3859329621" sldId="2147481854"/>
            <ac:spMk id="40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5:52:46.076" v="410" actId="20577"/>
          <ac:spMkLst>
            <pc:docMk/>
            <pc:sldMk cId="3859329621" sldId="2147481854"/>
            <ac:spMk id="500" creationId="{00000000-0000-0000-0000-000000000000}"/>
          </ac:spMkLst>
        </pc:spChg>
      </pc:sldChg>
      <pc:sldChg chg="add del">
        <pc:chgData name="Deslandes Vincent (KINEIS)" userId="142c1a83-0c13-4d92-a6b8-1ad52a03ee35" providerId="ADAL" clId="{93D5DC4F-D631-41F7-8826-46BEC4B54866}" dt="2026-10-13T05:57:05.604" v="424"/>
        <pc:sldMkLst>
          <pc:docMk/>
          <pc:sldMk cId="1737608410" sldId="2147481855"/>
        </pc:sldMkLst>
      </pc:sldChg>
      <pc:sldChg chg="modSp add mod">
        <pc:chgData name="Deslandes Vincent (KINEIS)" userId="142c1a83-0c13-4d92-a6b8-1ad52a03ee35" providerId="ADAL" clId="{93D5DC4F-D631-41F7-8826-46BEC4B54866}" dt="2026-10-13T06:39:26.330" v="1022" actId="6549"/>
        <pc:sldMkLst>
          <pc:docMk/>
          <pc:sldMk cId="3001727906" sldId="2147481856"/>
        </pc:sldMkLst>
        <pc:spChg chg="mod">
          <ac:chgData name="Deslandes Vincent (KINEIS)" userId="142c1a83-0c13-4d92-a6b8-1ad52a03ee35" providerId="ADAL" clId="{93D5DC4F-D631-41F7-8826-46BEC4B54866}" dt="2026-10-13T06:38:00.488" v="977" actId="6549"/>
          <ac:spMkLst>
            <pc:docMk/>
            <pc:sldMk cId="3001727906" sldId="2147481856"/>
            <ac:spMk id="600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8:44.047" v="1010" actId="20577"/>
          <ac:spMkLst>
            <pc:docMk/>
            <pc:sldMk cId="3001727906" sldId="2147481856"/>
            <ac:spMk id="604" creationId="{00000000-0000-0000-0000-000000000000}"/>
          </ac:spMkLst>
        </pc:spChg>
        <pc:spChg chg="mod">
          <ac:chgData name="Deslandes Vincent (KINEIS)" userId="142c1a83-0c13-4d92-a6b8-1ad52a03ee35" providerId="ADAL" clId="{93D5DC4F-D631-41F7-8826-46BEC4B54866}" dt="2026-10-13T06:39:26.330" v="1022" actId="6549"/>
          <ac:spMkLst>
            <pc:docMk/>
            <pc:sldMk cId="3001727906" sldId="2147481856"/>
            <ac:spMk id="608" creationId="{00000000-0000-0000-0000-000000000000}"/>
          </ac:spMkLst>
        </pc:spChg>
      </pc:sldChg>
      <pc:sldChg chg="add del">
        <pc:chgData name="Deslandes Vincent (KINEIS)" userId="142c1a83-0c13-4d92-a6b8-1ad52a03ee35" providerId="ADAL" clId="{93D5DC4F-D631-41F7-8826-46BEC4B54866}" dt="2026-10-13T05:44:38.423" v="261"/>
        <pc:sldMkLst>
          <pc:docMk/>
          <pc:sldMk cId="3739232285" sldId="2147481856"/>
        </pc:sldMkLst>
      </pc:sldChg>
      <pc:sldChg chg="modSp add del mod">
        <pc:chgData name="Deslandes Vincent (KINEIS)" userId="142c1a83-0c13-4d92-a6b8-1ad52a03ee35" providerId="ADAL" clId="{93D5DC4F-D631-41F7-8826-46BEC4B54866}" dt="2026-10-13T06:24:44.486" v="708"/>
        <pc:sldMkLst>
          <pc:docMk/>
          <pc:sldMk cId="669576969" sldId="2147481857"/>
        </pc:sldMkLst>
        <pc:spChg chg="mod">
          <ac:chgData name="Deslandes Vincent (KINEIS)" userId="142c1a83-0c13-4d92-a6b8-1ad52a03ee35" providerId="ADAL" clId="{93D5DC4F-D631-41F7-8826-46BEC4B54866}" dt="2026-10-13T06:24:34.170" v="706" actId="20577"/>
          <ac:spMkLst>
            <pc:docMk/>
            <pc:sldMk cId="669576969" sldId="2147481857"/>
            <ac:spMk id="610" creationId="{00000000-0000-0000-0000-000000000000}"/>
          </ac:spMkLst>
        </pc:spChg>
        <pc:graphicFrameChg chg="modGraphic">
          <ac:chgData name="Deslandes Vincent (KINEIS)" userId="142c1a83-0c13-4d92-a6b8-1ad52a03ee35" providerId="ADAL" clId="{93D5DC4F-D631-41F7-8826-46BEC4B54866}" dt="2026-10-13T06:24:25.605" v="703"/>
          <ac:graphicFrameMkLst>
            <pc:docMk/>
            <pc:sldMk cId="669576969" sldId="2147481857"/>
            <ac:graphicFrameMk id="2" creationId="{00000000-0000-0000-0000-000000000000}"/>
          </ac:graphicFrameMkLst>
        </pc:graphicFrameChg>
      </pc:sldChg>
      <pc:sldChg chg="modSp add del mod">
        <pc:chgData name="Deslandes Vincent (KINEIS)" userId="142c1a83-0c13-4d92-a6b8-1ad52a03ee35" providerId="ADAL" clId="{93D5DC4F-D631-41F7-8826-46BEC4B54866}" dt="2026-10-13T06:25:00.885" v="742"/>
        <pc:sldMkLst>
          <pc:docMk/>
          <pc:sldMk cId="4048137368" sldId="2147481858"/>
        </pc:sldMkLst>
        <pc:spChg chg="mod">
          <ac:chgData name="Deslandes Vincent (KINEIS)" userId="142c1a83-0c13-4d92-a6b8-1ad52a03ee35" providerId="ADAL" clId="{93D5DC4F-D631-41F7-8826-46BEC4B54866}" dt="2026-10-13T06:25:00.100" v="740" actId="20577"/>
          <ac:spMkLst>
            <pc:docMk/>
            <pc:sldMk cId="4048137368" sldId="2147481858"/>
            <ac:spMk id="610" creationId="{00000000-0000-0000-0000-000000000000}"/>
          </ac:spMkLst>
        </pc:spChg>
      </pc:sldChg>
      <pc:sldChg chg="addSp delSp modSp add mod">
        <pc:chgData name="Deslandes Vincent (KINEIS)" userId="142c1a83-0c13-4d92-a6b8-1ad52a03ee35" providerId="ADAL" clId="{93D5DC4F-D631-41F7-8826-46BEC4B54866}" dt="2026-10-13T06:32:46.134" v="921" actId="113"/>
        <pc:sldMkLst>
          <pc:docMk/>
          <pc:sldMk cId="2213403988" sldId="2147481859"/>
        </pc:sldMkLst>
        <pc:spChg chg="add mod">
          <ac:chgData name="Deslandes Vincent (KINEIS)" userId="142c1a83-0c13-4d92-a6b8-1ad52a03ee35" providerId="ADAL" clId="{93D5DC4F-D631-41F7-8826-46BEC4B54866}" dt="2026-10-13T06:32:46.134" v="921" actId="113"/>
          <ac:spMkLst>
            <pc:docMk/>
            <pc:sldMk cId="2213403988" sldId="2147481859"/>
            <ac:spMk id="5" creationId="{5A4A179A-5B90-7E51-9DE0-057DBC66CD7A}"/>
          </ac:spMkLst>
        </pc:spChg>
        <pc:spChg chg="add mod">
          <ac:chgData name="Deslandes Vincent (KINEIS)" userId="142c1a83-0c13-4d92-a6b8-1ad52a03ee35" providerId="ADAL" clId="{93D5DC4F-D631-41F7-8826-46BEC4B54866}" dt="2026-10-13T06:25:57.138" v="748" actId="122"/>
          <ac:spMkLst>
            <pc:docMk/>
            <pc:sldMk cId="2213403988" sldId="2147481859"/>
            <ac:spMk id="7" creationId="{788AE531-DA82-18D6-6199-1598013AC382}"/>
          </ac:spMkLst>
        </pc:spChg>
        <pc:spChg chg="add mod">
          <ac:chgData name="Deslandes Vincent (KINEIS)" userId="142c1a83-0c13-4d92-a6b8-1ad52a03ee35" providerId="ADAL" clId="{93D5DC4F-D631-41F7-8826-46BEC4B54866}" dt="2026-10-13T06:25:59.438" v="749" actId="122"/>
          <ac:spMkLst>
            <pc:docMk/>
            <pc:sldMk cId="2213403988" sldId="2147481859"/>
            <ac:spMk id="9" creationId="{FCC18BED-5A1F-1DB2-BF85-2E264E7312D4}"/>
          </ac:spMkLst>
        </pc:spChg>
        <pc:spChg chg="add mod">
          <ac:chgData name="Deslandes Vincent (KINEIS)" userId="142c1a83-0c13-4d92-a6b8-1ad52a03ee35" providerId="ADAL" clId="{93D5DC4F-D631-41F7-8826-46BEC4B54866}" dt="2026-10-13T06:26:02.159" v="750" actId="122"/>
          <ac:spMkLst>
            <pc:docMk/>
            <pc:sldMk cId="2213403988" sldId="2147481859"/>
            <ac:spMk id="11" creationId="{C49C4809-24C9-2A4E-CCD7-DBC3C47DBBB3}"/>
          </ac:spMkLst>
        </pc:spChg>
        <pc:spChg chg="del">
          <ac:chgData name="Deslandes Vincent (KINEIS)" userId="142c1a83-0c13-4d92-a6b8-1ad52a03ee35" providerId="ADAL" clId="{93D5DC4F-D631-41F7-8826-46BEC4B54866}" dt="2026-10-13T06:25:36.344" v="743" actId="21"/>
          <ac:spMkLst>
            <pc:docMk/>
            <pc:sldMk cId="2213403988" sldId="2147481859"/>
            <ac:spMk id="610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6:25:36.344" v="743" actId="21"/>
          <ac:spMkLst>
            <pc:docMk/>
            <pc:sldMk cId="2213403988" sldId="2147481859"/>
            <ac:spMk id="611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6:25:36.344" v="743" actId="21"/>
          <ac:spMkLst>
            <pc:docMk/>
            <pc:sldMk cId="2213403988" sldId="2147481859"/>
            <ac:spMk id="612" creationId="{00000000-0000-0000-0000-000000000000}"/>
          </ac:spMkLst>
        </pc:spChg>
        <pc:spChg chg="del">
          <ac:chgData name="Deslandes Vincent (KINEIS)" userId="142c1a83-0c13-4d92-a6b8-1ad52a03ee35" providerId="ADAL" clId="{93D5DC4F-D631-41F7-8826-46BEC4B54866}" dt="2026-10-13T06:25:36.344" v="743" actId="21"/>
          <ac:spMkLst>
            <pc:docMk/>
            <pc:sldMk cId="2213403988" sldId="2147481859"/>
            <ac:spMk id="613" creationId="{00000000-0000-0000-0000-000000000000}"/>
          </ac:spMkLst>
        </pc:spChg>
        <pc:graphicFrameChg chg="mod">
          <ac:chgData name="Deslandes Vincent (KINEIS)" userId="142c1a83-0c13-4d92-a6b8-1ad52a03ee35" providerId="ADAL" clId="{93D5DC4F-D631-41F7-8826-46BEC4B54866}" dt="2026-10-13T06:25:45.485" v="744" actId="1076"/>
          <ac:graphicFrameMkLst>
            <pc:docMk/>
            <pc:sldMk cId="2213403988" sldId="2147481859"/>
            <ac:graphicFrameMk id="2" creationId="{00000000-0000-0000-0000-000000000000}"/>
          </ac:graphicFrameMkLst>
        </pc:graphicFrameChg>
      </pc:sldChg>
    </pc:docChg>
  </pc:docChgLst>
  <pc:docChgLst>
    <pc:chgData name="Coeugnet Benoit (KINEIS)" userId="4726f6e9-896d-425f-a003-8664391ed182" providerId="ADAL" clId="{0DB1FC03-36D1-4349-8FEC-A5AD2B2F9B49}"/>
    <pc:docChg chg="undo custSel addSld delSld modSld">
      <pc:chgData name="Coeugnet Benoit (KINEIS)" userId="4726f6e9-896d-425f-a003-8664391ed182" providerId="ADAL" clId="{0DB1FC03-36D1-4349-8FEC-A5AD2B2F9B49}" dt="2026-10-12T22:45:52.317" v="88" actId="1076"/>
      <pc:docMkLst>
        <pc:docMk/>
      </pc:docMkLst>
      <pc:sldChg chg="addSp delSp modSp mod">
        <pc:chgData name="Coeugnet Benoit (KINEIS)" userId="4726f6e9-896d-425f-a003-8664391ed182" providerId="ADAL" clId="{0DB1FC03-36D1-4349-8FEC-A5AD2B2F9B49}" dt="2026-10-12T22:30:48.334" v="27" actId="1076"/>
        <pc:sldMkLst>
          <pc:docMk/>
          <pc:sldMk cId="2190941726" sldId="3267"/>
        </pc:sldMkLst>
        <pc:picChg chg="add del mod">
          <ac:chgData name="Coeugnet Benoit (KINEIS)" userId="4726f6e9-896d-425f-a003-8664391ed182" providerId="ADAL" clId="{0DB1FC03-36D1-4349-8FEC-A5AD2B2F9B49}" dt="2026-10-12T22:30:14.693" v="14" actId="931"/>
          <ac:picMkLst>
            <pc:docMk/>
            <pc:sldMk cId="2190941726" sldId="3267"/>
            <ac:picMk id="9" creationId="{C7133290-1C71-0094-2BBA-6D58FBB410C6}"/>
          </ac:picMkLst>
        </pc:picChg>
        <pc:picChg chg="del">
          <ac:chgData name="Coeugnet Benoit (KINEIS)" userId="4726f6e9-896d-425f-a003-8664391ed182" providerId="ADAL" clId="{0DB1FC03-36D1-4349-8FEC-A5AD2B2F9B49}" dt="2026-10-12T22:30:22.316" v="18" actId="478"/>
          <ac:picMkLst>
            <pc:docMk/>
            <pc:sldMk cId="2190941726" sldId="3267"/>
            <ac:picMk id="11" creationId="{60BC1500-D1F2-44CF-9F8C-6BCCE9A51028}"/>
          </ac:picMkLst>
        </pc:picChg>
        <pc:picChg chg="add mod">
          <ac:chgData name="Coeugnet Benoit (KINEIS)" userId="4726f6e9-896d-425f-a003-8664391ed182" providerId="ADAL" clId="{0DB1FC03-36D1-4349-8FEC-A5AD2B2F9B49}" dt="2026-10-12T22:30:48.334" v="27" actId="1076"/>
          <ac:picMkLst>
            <pc:docMk/>
            <pc:sldMk cId="2190941726" sldId="3267"/>
            <ac:picMk id="13" creationId="{97084B14-62E6-4DF8-E972-23CDD7FB1494}"/>
          </ac:picMkLst>
        </pc:picChg>
      </pc:sldChg>
      <pc:sldChg chg="addSp delSp mod">
        <pc:chgData name="Coeugnet Benoit (KINEIS)" userId="4726f6e9-896d-425f-a003-8664391ed182" providerId="ADAL" clId="{0DB1FC03-36D1-4349-8FEC-A5AD2B2F9B49}" dt="2026-10-12T22:31:35.421" v="48" actId="22"/>
        <pc:sldMkLst>
          <pc:docMk/>
          <pc:sldMk cId="1504124778" sldId="2147481781"/>
        </pc:sldMkLst>
        <pc:picChg chg="add del">
          <ac:chgData name="Coeugnet Benoit (KINEIS)" userId="4726f6e9-896d-425f-a003-8664391ed182" providerId="ADAL" clId="{0DB1FC03-36D1-4349-8FEC-A5AD2B2F9B49}" dt="2026-10-12T22:31:33.718" v="46" actId="478"/>
          <ac:picMkLst>
            <pc:docMk/>
            <pc:sldMk cId="1504124778" sldId="2147481781"/>
            <ac:picMk id="3" creationId="{BEFD8718-AAEF-0D8F-7BB7-37B9860A83E8}"/>
          </ac:picMkLst>
        </pc:picChg>
        <pc:picChg chg="add">
          <ac:chgData name="Coeugnet Benoit (KINEIS)" userId="4726f6e9-896d-425f-a003-8664391ed182" providerId="ADAL" clId="{0DB1FC03-36D1-4349-8FEC-A5AD2B2F9B49}" dt="2026-10-12T22:31:35.421" v="48" actId="22"/>
          <ac:picMkLst>
            <pc:docMk/>
            <pc:sldMk cId="1504124778" sldId="2147481781"/>
            <ac:picMk id="6" creationId="{7713420C-055D-BDA6-998E-F772572A50F3}"/>
          </ac:picMkLst>
        </pc:picChg>
        <pc:picChg chg="del">
          <ac:chgData name="Coeugnet Benoit (KINEIS)" userId="4726f6e9-896d-425f-a003-8664391ed182" providerId="ADAL" clId="{0DB1FC03-36D1-4349-8FEC-A5AD2B2F9B49}" dt="2026-10-12T22:31:35.161" v="47" actId="478"/>
          <ac:picMkLst>
            <pc:docMk/>
            <pc:sldMk cId="1504124778" sldId="2147481781"/>
            <ac:picMk id="11" creationId="{592ACFC1-839A-4771-AD7D-FDB08380872C}"/>
          </ac:picMkLst>
        </pc:picChg>
      </pc:sldChg>
      <pc:sldChg chg="addSp delSp modSp mod">
        <pc:chgData name="Coeugnet Benoit (KINEIS)" userId="4726f6e9-896d-425f-a003-8664391ed182" providerId="ADAL" clId="{0DB1FC03-36D1-4349-8FEC-A5AD2B2F9B49}" dt="2026-10-12T22:31:04.751" v="33" actId="1036"/>
        <pc:sldMkLst>
          <pc:docMk/>
          <pc:sldMk cId="136655431" sldId="2147481818"/>
        </pc:sldMkLst>
        <pc:picChg chg="add mod">
          <ac:chgData name="Coeugnet Benoit (KINEIS)" userId="4726f6e9-896d-425f-a003-8664391ed182" providerId="ADAL" clId="{0DB1FC03-36D1-4349-8FEC-A5AD2B2F9B49}" dt="2026-10-12T22:31:04.751" v="33" actId="1036"/>
          <ac:picMkLst>
            <pc:docMk/>
            <pc:sldMk cId="136655431" sldId="2147481818"/>
            <ac:picMk id="3" creationId="{CD30F817-63A9-2AC1-9423-F6DE10D1334E}"/>
          </ac:picMkLst>
        </pc:picChg>
        <pc:picChg chg="del">
          <ac:chgData name="Coeugnet Benoit (KINEIS)" userId="4726f6e9-896d-425f-a003-8664391ed182" providerId="ADAL" clId="{0DB1FC03-36D1-4349-8FEC-A5AD2B2F9B49}" dt="2026-10-12T22:30:52.398" v="28" actId="478"/>
          <ac:picMkLst>
            <pc:docMk/>
            <pc:sldMk cId="136655431" sldId="2147481818"/>
            <ac:picMk id="11" creationId="{51D5A634-0A27-9ED7-EF2A-D82DA1AB6E61}"/>
          </ac:picMkLst>
        </pc:picChg>
      </pc:sldChg>
      <pc:sldChg chg="addSp delSp modSp mod">
        <pc:chgData name="Coeugnet Benoit (KINEIS)" userId="4726f6e9-896d-425f-a003-8664391ed182" providerId="ADAL" clId="{0DB1FC03-36D1-4349-8FEC-A5AD2B2F9B49}" dt="2026-10-12T22:45:52.317" v="88" actId="1076"/>
        <pc:sldMkLst>
          <pc:docMk/>
          <pc:sldMk cId="2345685559" sldId="2147481827"/>
        </pc:sldMkLst>
        <pc:spChg chg="add mod">
          <ac:chgData name="Coeugnet Benoit (KINEIS)" userId="4726f6e9-896d-425f-a003-8664391ed182" providerId="ADAL" clId="{0DB1FC03-36D1-4349-8FEC-A5AD2B2F9B49}" dt="2026-10-12T22:45:52.317" v="88" actId="1076"/>
          <ac:spMkLst>
            <pc:docMk/>
            <pc:sldMk cId="2345685559" sldId="2147481827"/>
            <ac:spMk id="6" creationId="{6296F13A-3D0E-1D77-CA29-46E6BB16BC1F}"/>
          </ac:spMkLst>
        </pc:spChg>
        <pc:spChg chg="mod">
          <ac:chgData name="Coeugnet Benoit (KINEIS)" userId="4726f6e9-896d-425f-a003-8664391ed182" providerId="ADAL" clId="{0DB1FC03-36D1-4349-8FEC-A5AD2B2F9B49}" dt="2026-10-12T22:44:38.288" v="84" actId="1035"/>
          <ac:spMkLst>
            <pc:docMk/>
            <pc:sldMk cId="2345685559" sldId="2147481827"/>
            <ac:spMk id="121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26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28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30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33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34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37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40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41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45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44:30.992" v="75" actId="1035"/>
          <ac:spMkLst>
            <pc:docMk/>
            <pc:sldMk cId="2345685559" sldId="2147481827"/>
            <ac:spMk id="147" creationId="{00000000-0000-0000-0000-000000000000}"/>
          </ac:spMkLst>
        </pc:spChg>
        <pc:picChg chg="add">
          <ac:chgData name="Coeugnet Benoit (KINEIS)" userId="4726f6e9-896d-425f-a003-8664391ed182" providerId="ADAL" clId="{0DB1FC03-36D1-4349-8FEC-A5AD2B2F9B49}" dt="2026-10-12T22:31:27.992" v="42" actId="22"/>
          <ac:picMkLst>
            <pc:docMk/>
            <pc:sldMk cId="2345685559" sldId="2147481827"/>
            <ac:picMk id="4" creationId="{553B710D-AC4B-9ADD-6630-D66F16CEEBC2}"/>
          </ac:picMkLst>
        </pc:picChg>
        <pc:picChg chg="del">
          <ac:chgData name="Coeugnet Benoit (KINEIS)" userId="4726f6e9-896d-425f-a003-8664391ed182" providerId="ADAL" clId="{0DB1FC03-36D1-4349-8FEC-A5AD2B2F9B49}" dt="2026-10-12T22:31:27.746" v="41" actId="478"/>
          <ac:picMkLst>
            <pc:docMk/>
            <pc:sldMk cId="2345685559" sldId="2147481827"/>
            <ac:picMk id="11" creationId="{3FDF80B6-0C97-EB45-380C-E2377E3AFBFC}"/>
          </ac:picMkLst>
        </pc:picChg>
      </pc:sldChg>
      <pc:sldChg chg="addSp delSp mod">
        <pc:chgData name="Coeugnet Benoit (KINEIS)" userId="4726f6e9-896d-425f-a003-8664391ed182" providerId="ADAL" clId="{0DB1FC03-36D1-4349-8FEC-A5AD2B2F9B49}" dt="2026-10-12T22:31:11.663" v="35" actId="22"/>
        <pc:sldMkLst>
          <pc:docMk/>
          <pc:sldMk cId="677923937" sldId="2147481828"/>
        </pc:sldMkLst>
        <pc:picChg chg="add">
          <ac:chgData name="Coeugnet Benoit (KINEIS)" userId="4726f6e9-896d-425f-a003-8664391ed182" providerId="ADAL" clId="{0DB1FC03-36D1-4349-8FEC-A5AD2B2F9B49}" dt="2026-10-12T22:31:11.663" v="35" actId="22"/>
          <ac:picMkLst>
            <pc:docMk/>
            <pc:sldMk cId="677923937" sldId="2147481828"/>
            <ac:picMk id="4" creationId="{D08AFB8E-B7DA-C371-4EAF-DB91976CCD09}"/>
          </ac:picMkLst>
        </pc:picChg>
        <pc:picChg chg="del">
          <ac:chgData name="Coeugnet Benoit (KINEIS)" userId="4726f6e9-896d-425f-a003-8664391ed182" providerId="ADAL" clId="{0DB1FC03-36D1-4349-8FEC-A5AD2B2F9B49}" dt="2026-10-12T22:31:11.413" v="34" actId="478"/>
          <ac:picMkLst>
            <pc:docMk/>
            <pc:sldMk cId="677923937" sldId="2147481828"/>
            <ac:picMk id="11" creationId="{2FD6BB14-1533-1F91-78DD-3B74B851E4D2}"/>
          </ac:picMkLst>
        </pc:picChg>
      </pc:sldChg>
      <pc:sldChg chg="addSp delSp mod">
        <pc:chgData name="Coeugnet Benoit (KINEIS)" userId="4726f6e9-896d-425f-a003-8664391ed182" providerId="ADAL" clId="{0DB1FC03-36D1-4349-8FEC-A5AD2B2F9B49}" dt="2026-10-12T22:31:16.061" v="37" actId="22"/>
        <pc:sldMkLst>
          <pc:docMk/>
          <pc:sldMk cId="4224160054" sldId="2147481835"/>
        </pc:sldMkLst>
        <pc:picChg chg="add">
          <ac:chgData name="Coeugnet Benoit (KINEIS)" userId="4726f6e9-896d-425f-a003-8664391ed182" providerId="ADAL" clId="{0DB1FC03-36D1-4349-8FEC-A5AD2B2F9B49}" dt="2026-10-12T22:31:16.061" v="37" actId="22"/>
          <ac:picMkLst>
            <pc:docMk/>
            <pc:sldMk cId="4224160054" sldId="2147481835"/>
            <ac:picMk id="3" creationId="{4D0EFBA1-A360-BF89-22BF-AB70CADE68CE}"/>
          </ac:picMkLst>
        </pc:picChg>
        <pc:picChg chg="del">
          <ac:chgData name="Coeugnet Benoit (KINEIS)" userId="4726f6e9-896d-425f-a003-8664391ed182" providerId="ADAL" clId="{0DB1FC03-36D1-4349-8FEC-A5AD2B2F9B49}" dt="2026-10-12T22:31:15.797" v="36" actId="478"/>
          <ac:picMkLst>
            <pc:docMk/>
            <pc:sldMk cId="4224160054" sldId="2147481835"/>
            <ac:picMk id="11" creationId="{3F209214-3D18-56D3-62E1-57EB0272E1A8}"/>
          </ac:picMkLst>
        </pc:picChg>
      </pc:sldChg>
      <pc:sldChg chg="addSp delSp mod">
        <pc:chgData name="Coeugnet Benoit (KINEIS)" userId="4726f6e9-896d-425f-a003-8664391ed182" providerId="ADAL" clId="{0DB1FC03-36D1-4349-8FEC-A5AD2B2F9B49}" dt="2026-10-12T22:31:31.204" v="44" actId="22"/>
        <pc:sldMkLst>
          <pc:docMk/>
          <pc:sldMk cId="1709846924" sldId="2147481841"/>
        </pc:sldMkLst>
        <pc:picChg chg="add">
          <ac:chgData name="Coeugnet Benoit (KINEIS)" userId="4726f6e9-896d-425f-a003-8664391ed182" providerId="ADAL" clId="{0DB1FC03-36D1-4349-8FEC-A5AD2B2F9B49}" dt="2026-10-12T22:31:31.204" v="44" actId="22"/>
          <ac:picMkLst>
            <pc:docMk/>
            <pc:sldMk cId="1709846924" sldId="2147481841"/>
            <ac:picMk id="3" creationId="{6146A716-6546-C559-22F9-398C8884D016}"/>
          </ac:picMkLst>
        </pc:picChg>
        <pc:picChg chg="del">
          <ac:chgData name="Coeugnet Benoit (KINEIS)" userId="4726f6e9-896d-425f-a003-8664391ed182" providerId="ADAL" clId="{0DB1FC03-36D1-4349-8FEC-A5AD2B2F9B49}" dt="2026-10-12T22:31:30.858" v="43" actId="478"/>
          <ac:picMkLst>
            <pc:docMk/>
            <pc:sldMk cId="1709846924" sldId="2147481841"/>
            <ac:picMk id="11" creationId="{8A09F8CC-EA47-AFAB-2F8E-0536D841D415}"/>
          </ac:picMkLst>
        </pc:picChg>
      </pc:sldChg>
      <pc:sldChg chg="del">
        <pc:chgData name="Coeugnet Benoit (KINEIS)" userId="4726f6e9-896d-425f-a003-8664391ed182" providerId="ADAL" clId="{0DB1FC03-36D1-4349-8FEC-A5AD2B2F9B49}" dt="2026-10-12T22:28:31.897" v="0" actId="47"/>
        <pc:sldMkLst>
          <pc:docMk/>
          <pc:sldMk cId="1588861626" sldId="2147481844"/>
        </pc:sldMkLst>
      </pc:sldChg>
      <pc:sldChg chg="addSp delSp modSp add del mod modShow">
        <pc:chgData name="Coeugnet Benoit (KINEIS)" userId="4726f6e9-896d-425f-a003-8664391ed182" providerId="ADAL" clId="{0DB1FC03-36D1-4349-8FEC-A5AD2B2F9B49}" dt="2026-10-12T22:34:10.839" v="53" actId="47"/>
        <pc:sldMkLst>
          <pc:docMk/>
          <pc:sldMk cId="1643527784" sldId="2147481848"/>
        </pc:sldMkLst>
        <pc:spChg chg="mod">
          <ac:chgData name="Coeugnet Benoit (KINEIS)" userId="4726f6e9-896d-425f-a003-8664391ed182" providerId="ADAL" clId="{0DB1FC03-36D1-4349-8FEC-A5AD2B2F9B49}" dt="2026-10-12T22:32:13.678" v="52" actId="20577"/>
          <ac:spMkLst>
            <pc:docMk/>
            <pc:sldMk cId="1643527784" sldId="2147481848"/>
            <ac:spMk id="400" creationId="{00000000-0000-0000-0000-000000000000}"/>
          </ac:spMkLst>
        </pc:spChg>
        <pc:spChg chg="mod">
          <ac:chgData name="Coeugnet Benoit (KINEIS)" userId="4726f6e9-896d-425f-a003-8664391ed182" providerId="ADAL" clId="{0DB1FC03-36D1-4349-8FEC-A5AD2B2F9B49}" dt="2026-10-12T22:29:15.692" v="6" actId="1037"/>
          <ac:spMkLst>
            <pc:docMk/>
            <pc:sldMk cId="1643527784" sldId="2147481848"/>
            <ac:spMk id="601" creationId="{00000000-0000-0000-0000-000000000000}"/>
          </ac:spMkLst>
        </pc:spChg>
        <pc:picChg chg="add">
          <ac:chgData name="Coeugnet Benoit (KINEIS)" userId="4726f6e9-896d-425f-a003-8664391ed182" providerId="ADAL" clId="{0DB1FC03-36D1-4349-8FEC-A5AD2B2F9B49}" dt="2026-10-12T22:31:20.388" v="39" actId="22"/>
          <ac:picMkLst>
            <pc:docMk/>
            <pc:sldMk cId="1643527784" sldId="2147481848"/>
            <ac:picMk id="3" creationId="{3647E84A-A582-8385-238C-4E61C6AE7CF1}"/>
          </ac:picMkLst>
        </pc:picChg>
        <pc:picChg chg="del">
          <ac:chgData name="Coeugnet Benoit (KINEIS)" userId="4726f6e9-896d-425f-a003-8664391ed182" providerId="ADAL" clId="{0DB1FC03-36D1-4349-8FEC-A5AD2B2F9B49}" dt="2026-10-12T22:31:20.094" v="38" actId="478"/>
          <ac:picMkLst>
            <pc:docMk/>
            <pc:sldMk cId="1643527784" sldId="2147481848"/>
            <ac:picMk id="11" creationId="{FF55F8AB-6819-7BF2-5C03-1383392FC54A}"/>
          </ac:picMkLst>
        </pc:picChg>
        <pc:cxnChg chg="mod">
          <ac:chgData name="Coeugnet Benoit (KINEIS)" userId="4726f6e9-896d-425f-a003-8664391ed182" providerId="ADAL" clId="{0DB1FC03-36D1-4349-8FEC-A5AD2B2F9B49}" dt="2026-10-12T22:29:43.122" v="10" actId="13822"/>
          <ac:cxnSpMkLst>
            <pc:docMk/>
            <pc:sldMk cId="1643527784" sldId="2147481848"/>
            <ac:cxnSpMk id="510" creationId="{00000000-0000-0000-0000-000000000000}"/>
          </ac:cxnSpMkLst>
        </pc:cxnChg>
        <pc:cxnChg chg="mod">
          <ac:chgData name="Coeugnet Benoit (KINEIS)" userId="4726f6e9-896d-425f-a003-8664391ed182" providerId="ADAL" clId="{0DB1FC03-36D1-4349-8FEC-A5AD2B2F9B49}" dt="2026-10-12T22:29:49.250" v="11" actId="13822"/>
          <ac:cxnSpMkLst>
            <pc:docMk/>
            <pc:sldMk cId="1643527784" sldId="2147481848"/>
            <ac:cxnSpMk id="511" creationId="{00000000-0000-0000-0000-000000000000}"/>
          </ac:cxnSpMkLst>
        </pc:cxnChg>
      </pc:sldChg>
      <pc:sldChg chg="addSp delSp modSp add del mod modShow">
        <pc:chgData name="Coeugnet Benoit (KINEIS)" userId="4726f6e9-896d-425f-a003-8664391ed182" providerId="ADAL" clId="{0DB1FC03-36D1-4349-8FEC-A5AD2B2F9B49}" dt="2026-10-12T22:38:02.281" v="63" actId="47"/>
        <pc:sldMkLst>
          <pc:docMk/>
          <pc:sldMk cId="1903206774" sldId="2147481851"/>
        </pc:sldMkLst>
        <pc:picChg chg="add mod">
          <ac:chgData name="Coeugnet Benoit (KINEIS)" userId="4726f6e9-896d-425f-a003-8664391ed182" providerId="ADAL" clId="{0DB1FC03-36D1-4349-8FEC-A5AD2B2F9B49}" dt="2026-10-12T22:36:28.772" v="61" actId="1076"/>
          <ac:picMkLst>
            <pc:docMk/>
            <pc:sldMk cId="1903206774" sldId="2147481851"/>
            <ac:picMk id="3" creationId="{1278AE44-8100-9611-316B-C2AFA6BE7ADA}"/>
          </ac:picMkLst>
        </pc:picChg>
        <pc:picChg chg="del">
          <ac:chgData name="Coeugnet Benoit (KINEIS)" userId="4726f6e9-896d-425f-a003-8664391ed182" providerId="ADAL" clId="{0DB1FC03-36D1-4349-8FEC-A5AD2B2F9B49}" dt="2026-10-12T22:34:23.190" v="56" actId="478"/>
          <ac:picMkLst>
            <pc:docMk/>
            <pc:sldMk cId="1903206774" sldId="2147481851"/>
            <ac:picMk id="11" creationId="{FF55F8AB-6819-7BF2-5C03-1383392FC54A}"/>
          </ac:picMkLst>
        </pc:picChg>
      </pc:sldChg>
      <pc:sldChg chg="add mod modShow">
        <pc:chgData name="Coeugnet Benoit (KINEIS)" userId="4726f6e9-896d-425f-a003-8664391ed182" providerId="ADAL" clId="{0DB1FC03-36D1-4349-8FEC-A5AD2B2F9B49}" dt="2026-10-12T22:38:07.044" v="64" actId="34476"/>
        <pc:sldMkLst>
          <pc:docMk/>
          <pc:sldMk cId="3859329621" sldId="21474818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F73D7-0E62-48D2-9511-F20F3B38639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87BC7-6EA8-413B-B49B-9E4E1D0CE9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039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87BC7-6EA8-413B-B49B-9E4E1D0CE9B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519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87BC7-6EA8-413B-B49B-9E4E1D0CE9B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80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kineis-argos/?viewAsMember=true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s://www.facebook.com/Kineis-1939978179410988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channel/UCk9BrOiUxGc89MrmnhGTRpg" TargetMode="External"/><Relationship Id="rId11" Type="http://schemas.openxmlformats.org/officeDocument/2006/relationships/image" Target="../media/image6.png"/><Relationship Id="rId5" Type="http://schemas.openxmlformats.org/officeDocument/2006/relationships/hyperlink" Target="mailto:info@kineis.com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twitter.com/KineisIoT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hyperlink" Target="https://www.kineis.com/" TargetMode="Externa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kineis-argos/?viewAsMember=true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hyperlink" Target="https://www.facebook.com/Kineis-1939978179410988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channel/UCk9BrOiUxGc89MrmnhGTRpg" TargetMode="External"/><Relationship Id="rId11" Type="http://schemas.openxmlformats.org/officeDocument/2006/relationships/image" Target="../media/image6.png"/><Relationship Id="rId5" Type="http://schemas.openxmlformats.org/officeDocument/2006/relationships/hyperlink" Target="mailto:sales@kineis.com" TargetMode="External"/><Relationship Id="rId15" Type="http://schemas.openxmlformats.org/officeDocument/2006/relationships/image" Target="../media/image8.png"/><Relationship Id="rId10" Type="http://schemas.openxmlformats.org/officeDocument/2006/relationships/hyperlink" Target="https://twitter.com/KineisIoT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hyperlink" Target="https://www.kineis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">
            <a:extLst>
              <a:ext uri="{FF2B5EF4-FFF2-40B4-BE49-F238E27FC236}">
                <a16:creationId xmlns:a16="http://schemas.microsoft.com/office/drawing/2014/main" id="{E16AE835-5BBB-6A90-449F-68E41C89508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5296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6A36E8-5707-6934-5784-5649F2A9EB5B}"/>
              </a:ext>
            </a:extLst>
          </p:cNvPr>
          <p:cNvSpPr/>
          <p:nvPr userDrawn="1"/>
        </p:nvSpPr>
        <p:spPr>
          <a:xfrm>
            <a:off x="892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E0561EBC-3C46-6A2F-4FF6-F5B6D7E063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563" y="-538085"/>
            <a:ext cx="7422889" cy="822955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11BD317-1FE9-8BD8-2E73-46D3EB8F60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5497" y="2437221"/>
            <a:ext cx="3549940" cy="1983559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60CFFA-4156-D999-CF06-043D8E4AF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004" y="4744265"/>
            <a:ext cx="11616995" cy="501503"/>
          </a:xfrm>
          <a:prstGeom prst="rect">
            <a:avLst/>
          </a:prstGeom>
        </p:spPr>
        <p:txBody>
          <a:bodyPr/>
          <a:lstStyle>
            <a:lvl1pPr marL="12679" algn="l" defTabSz="914400" rtl="0" eaLnBrk="1" latinLnBrk="0" hangingPunct="1">
              <a:lnSpc>
                <a:spcPts val="4952"/>
              </a:lnSpc>
              <a:spcBef>
                <a:spcPts val="100"/>
              </a:spcBef>
              <a:defRPr lang="fr-FR" sz="4592" b="1" kern="1200" spc="59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Black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DAE2754-9E0D-8DE8-6D2C-45924660EB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069" y="5390935"/>
            <a:ext cx="10048875" cy="373063"/>
          </a:xfrm>
          <a:prstGeom prst="rect">
            <a:avLst/>
          </a:prstGeom>
        </p:spPr>
        <p:txBody>
          <a:bodyPr/>
          <a:lstStyle>
            <a:lvl1pPr>
              <a:defRPr lang="fr-FR" sz="2646" b="1" kern="1200" spc="20" dirty="0" smtClean="0">
                <a:solidFill>
                  <a:srgbClr val="8B909A"/>
                </a:solidFill>
                <a:latin typeface="Barlow-SemiBold"/>
                <a:ea typeface="+mn-ea"/>
                <a:cs typeface="Barlow-SemiBold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CFA888F1-CE3A-A0CB-2652-F514452D76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52956" y="6344483"/>
            <a:ext cx="2519363" cy="236538"/>
          </a:xfrm>
          <a:prstGeom prst="rect">
            <a:avLst/>
          </a:prstGeom>
        </p:spPr>
        <p:txBody>
          <a:bodyPr/>
          <a:lstStyle>
            <a:lvl1pPr marL="12679" marR="5072" algn="r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36654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39" userDrawn="1">
          <p15:clr>
            <a:srgbClr val="FBAE40"/>
          </p15:clr>
        </p15:guide>
        <p15:guide id="2" orient="horz" pos="3634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355" userDrawn="1">
          <p15:clr>
            <a:srgbClr val="FBAE40"/>
          </p15:clr>
        </p15:guide>
        <p15:guide id="5" orient="horz" pos="404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">
            <a:extLst>
              <a:ext uri="{FF2B5EF4-FFF2-40B4-BE49-F238E27FC236}">
                <a16:creationId xmlns:a16="http://schemas.microsoft.com/office/drawing/2014/main" id="{E16AE835-5BBB-6A90-449F-68E41C89508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5296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6A36E8-5707-6934-5784-5649F2A9EB5B}"/>
              </a:ext>
            </a:extLst>
          </p:cNvPr>
          <p:cNvSpPr/>
          <p:nvPr userDrawn="1"/>
        </p:nvSpPr>
        <p:spPr>
          <a:xfrm>
            <a:off x="892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E0561EBC-3C46-6A2F-4FF6-F5B6D7E063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563" y="-538085"/>
            <a:ext cx="7422889" cy="822955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11BD317-1FE9-8BD8-2E73-46D3EB8F60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5497" y="2437221"/>
            <a:ext cx="3549940" cy="1983559"/>
          </a:xfrm>
          <a:prstGeom prst="rect">
            <a:avLst/>
          </a:prstGeom>
        </p:spPr>
      </p:pic>
      <p:sp>
        <p:nvSpPr>
          <p:cNvPr id="9" name="object 22">
            <a:extLst>
              <a:ext uri="{FF2B5EF4-FFF2-40B4-BE49-F238E27FC236}">
                <a16:creationId xmlns:a16="http://schemas.microsoft.com/office/drawing/2014/main" id="{5A10D3C7-79A7-358B-C793-3609D878D52A}"/>
              </a:ext>
            </a:extLst>
          </p:cNvPr>
          <p:cNvSpPr txBox="1"/>
          <p:nvPr userDrawn="1"/>
        </p:nvSpPr>
        <p:spPr>
          <a:xfrm>
            <a:off x="652793" y="5426790"/>
            <a:ext cx="4803917" cy="424448"/>
          </a:xfrm>
          <a:prstGeom prst="rect">
            <a:avLst/>
          </a:prstGeom>
        </p:spPr>
        <p:txBody>
          <a:bodyPr vert="horz" wrap="square" lIns="0" tIns="17118" rIns="0" bIns="0" rtlCol="0">
            <a:spAutoFit/>
          </a:bodyPr>
          <a:lstStyle/>
          <a:p>
            <a:pPr marL="12679">
              <a:spcBef>
                <a:spcPts val="134"/>
              </a:spcBef>
            </a:pPr>
            <a:r>
              <a:rPr lang="da-DK" sz="2646" b="1" spc="20">
                <a:solidFill>
                  <a:srgbClr val="8B909A"/>
                </a:solidFill>
                <a:latin typeface="Barlow-SemiBold"/>
                <a:cs typeface="Barlow-SemiBold"/>
              </a:rPr>
              <a:t>May 2022</a:t>
            </a:r>
          </a:p>
        </p:txBody>
      </p:sp>
      <p:sp>
        <p:nvSpPr>
          <p:cNvPr id="10" name="object 21">
            <a:extLst>
              <a:ext uri="{FF2B5EF4-FFF2-40B4-BE49-F238E27FC236}">
                <a16:creationId xmlns:a16="http://schemas.microsoft.com/office/drawing/2014/main" id="{61D29E38-B8B8-1781-187E-EE806782A612}"/>
              </a:ext>
            </a:extLst>
          </p:cNvPr>
          <p:cNvSpPr txBox="1"/>
          <p:nvPr userDrawn="1"/>
        </p:nvSpPr>
        <p:spPr>
          <a:xfrm>
            <a:off x="651791" y="4779436"/>
            <a:ext cx="9896135" cy="654005"/>
          </a:xfrm>
          <a:prstGeom prst="rect">
            <a:avLst/>
          </a:prstGeom>
        </p:spPr>
        <p:txBody>
          <a:bodyPr vert="horz" wrap="square" lIns="0" tIns="12680" rIns="0" bIns="0" rtlCol="0">
            <a:spAutoFit/>
          </a:bodyPr>
          <a:lstStyle/>
          <a:p>
            <a:pPr marL="12679">
              <a:lnSpc>
                <a:spcPts val="4952"/>
              </a:lnSpc>
              <a:spcBef>
                <a:spcPts val="100"/>
              </a:spcBef>
            </a:pPr>
            <a:r>
              <a:rPr lang="fr-FR" sz="4592" b="1" spc="59">
                <a:solidFill>
                  <a:srgbClr val="FFFFFF"/>
                </a:solidFill>
                <a:latin typeface="Barlow" panose="00000500000000000000" pitchFamily="2" charset="0"/>
                <a:cs typeface="Barlow-Black"/>
              </a:rPr>
              <a:t>KINÉIS VAM PROGRAM</a:t>
            </a:r>
          </a:p>
        </p:txBody>
      </p:sp>
    </p:spTree>
    <p:extLst>
      <p:ext uri="{BB962C8B-B14F-4D97-AF65-F5344CB8AC3E}">
        <p14:creationId xmlns:p14="http://schemas.microsoft.com/office/powerpoint/2010/main" val="1823960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39">
          <p15:clr>
            <a:srgbClr val="FBAE40"/>
          </p15:clr>
        </p15:guide>
        <p15:guide id="2" orient="horz" pos="3634">
          <p15:clr>
            <a:srgbClr val="FBAE40"/>
          </p15:clr>
        </p15:guide>
        <p15:guide id="3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F3C29377-217F-4BE0-08EB-2EF21BB4ED6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5296" cy="6857999"/>
          </a:xfrm>
          <a:prstGeom prst="rect">
            <a:avLst/>
          </a:prstGeom>
        </p:spPr>
      </p:pic>
      <p:pic>
        <p:nvPicPr>
          <p:cNvPr id="20" name="object 3">
            <a:extLst>
              <a:ext uri="{FF2B5EF4-FFF2-40B4-BE49-F238E27FC236}">
                <a16:creationId xmlns:a16="http://schemas.microsoft.com/office/drawing/2014/main" id="{8A1C8CB0-7FEE-A467-CA95-53CC8C8BED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6838" y="-471410"/>
            <a:ext cx="7422889" cy="82295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26AD8C-C421-56EA-A119-BC9DA577DD73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7DA3C919-1F76-C578-CB27-B4A3E31BC914}"/>
              </a:ext>
            </a:extLst>
          </p:cNvPr>
          <p:cNvSpPr txBox="1"/>
          <p:nvPr userDrawn="1"/>
        </p:nvSpPr>
        <p:spPr>
          <a:xfrm>
            <a:off x="666750" y="4918652"/>
            <a:ext cx="3790856" cy="1027273"/>
          </a:xfrm>
          <a:prstGeom prst="rect">
            <a:avLst/>
          </a:prstGeom>
        </p:spPr>
        <p:txBody>
          <a:bodyPr vert="horz" wrap="square" lIns="0" tIns="11498" rIns="0" bIns="0" rtlCol="0">
            <a:spAutoFit/>
          </a:bodyPr>
          <a:lstStyle/>
          <a:p>
            <a:pPr marL="11497">
              <a:spcBef>
                <a:spcPts val="91"/>
              </a:spcBef>
            </a:pPr>
            <a:r>
              <a:rPr sz="6600" b="1" spc="63">
                <a:solidFill>
                  <a:srgbClr val="FFFFFF"/>
                </a:solidFill>
                <a:latin typeface="Barlow-Black"/>
                <a:cs typeface="Barlow-Black"/>
              </a:rPr>
              <a:t>Thank</a:t>
            </a:r>
            <a:r>
              <a:rPr lang="fr-FR" sz="6600" b="1" spc="63">
                <a:solidFill>
                  <a:srgbClr val="FFFFFF"/>
                </a:solidFill>
                <a:latin typeface="Barlow-Black"/>
                <a:cs typeface="Barlow-Black"/>
              </a:rPr>
              <a:t>s</a:t>
            </a:r>
            <a:r>
              <a:rPr sz="6600" b="1" spc="36">
                <a:solidFill>
                  <a:srgbClr val="FFFFFF"/>
                </a:solidFill>
                <a:latin typeface="Barlow-Black"/>
                <a:cs typeface="Barlow-Black"/>
              </a:rPr>
              <a:t>!</a:t>
            </a:r>
            <a:endParaRPr sz="6600">
              <a:latin typeface="Barlow-Black"/>
              <a:cs typeface="Barlow-Blac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1C7CC9-1271-E64E-B9EA-5AE942D3E54F}"/>
              </a:ext>
            </a:extLst>
          </p:cNvPr>
          <p:cNvSpPr/>
          <p:nvPr userDrawn="1"/>
        </p:nvSpPr>
        <p:spPr>
          <a:xfrm>
            <a:off x="7087021" y="1675267"/>
            <a:ext cx="3292917" cy="3399468"/>
          </a:xfrm>
          <a:prstGeom prst="rect">
            <a:avLst/>
          </a:prstGeom>
          <a:solidFill>
            <a:srgbClr val="CDD5E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A2EEF5C4-E6A5-69F0-4E92-D5581CB74B48}"/>
              </a:ext>
            </a:extLst>
          </p:cNvPr>
          <p:cNvSpPr txBox="1"/>
          <p:nvPr userDrawn="1"/>
        </p:nvSpPr>
        <p:spPr>
          <a:xfrm>
            <a:off x="7328542" y="3427932"/>
            <a:ext cx="2809875" cy="631228"/>
          </a:xfrm>
          <a:prstGeom prst="rect">
            <a:avLst/>
          </a:prstGeom>
        </p:spPr>
        <p:txBody>
          <a:bodyPr vert="horz" wrap="square" lIns="0" tIns="15523" rIns="0" bIns="0" rtlCol="0">
            <a:spAutoFit/>
          </a:bodyPr>
          <a:lstStyle/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DO YOU HAVE</a:t>
            </a:r>
          </a:p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ANY</a:t>
            </a:r>
            <a:r>
              <a:rPr lang="en-US" sz="2000" spc="-14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 </a:t>
            </a:r>
            <a:r>
              <a:rPr lang="en-US" sz="2000" spc="9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QUESTIONS?</a:t>
            </a:r>
            <a:endParaRPr lang="en-US" sz="2000">
              <a:solidFill>
                <a:schemeClr val="tx2">
                  <a:lumMod val="75000"/>
                </a:schemeClr>
              </a:solidFill>
              <a:latin typeface="Barlow-SemiBold"/>
              <a:cs typeface="Barlow-SemiBold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CABB9CF-C3D8-44FE-4251-82F7DCFF58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8509" y="1232097"/>
            <a:ext cx="3549940" cy="1983559"/>
          </a:xfrm>
          <a:prstGeom prst="rect">
            <a:avLst/>
          </a:prstGeom>
        </p:spPr>
      </p:pic>
      <p:sp>
        <p:nvSpPr>
          <p:cNvPr id="13" name="Titre 3">
            <a:extLst>
              <a:ext uri="{FF2B5EF4-FFF2-40B4-BE49-F238E27FC236}">
                <a16:creationId xmlns:a16="http://schemas.microsoft.com/office/drawing/2014/main" id="{05AFC47B-E5A5-5763-E5B0-5B0B4765E19F}"/>
              </a:ext>
            </a:extLst>
          </p:cNvPr>
          <p:cNvSpPr txBox="1">
            <a:spLocks/>
          </p:cNvSpPr>
          <p:nvPr userDrawn="1"/>
        </p:nvSpPr>
        <p:spPr>
          <a:xfrm>
            <a:off x="7087021" y="2688603"/>
            <a:ext cx="3292917" cy="760775"/>
          </a:xfrm>
          <a:prstGeom prst="rect">
            <a:avLst/>
          </a:prstGeom>
        </p:spPr>
        <p:txBody>
          <a:bodyPr vert="horz" lIns="9144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00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Satellite IoT </a:t>
            </a:r>
            <a:r>
              <a:rPr lang="fr-FR" sz="200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Operator</a:t>
            </a:r>
            <a:endParaRPr lang="fr-FR" sz="2000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  <a:ea typeface="+mn-ea"/>
              <a:cs typeface="+mn-c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DFB81F9-2A66-CA81-4056-27F9B403DD48}"/>
              </a:ext>
            </a:extLst>
          </p:cNvPr>
          <p:cNvSpPr txBox="1"/>
          <p:nvPr userDrawn="1"/>
        </p:nvSpPr>
        <p:spPr>
          <a:xfrm>
            <a:off x="7877033" y="4022588"/>
            <a:ext cx="1712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hlinkClick r:id="rId5"/>
              </a:rPr>
              <a:t>info@kineis.com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</a:endParaRPr>
          </a:p>
          <a:p>
            <a:pPr algn="ctr"/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+33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(0)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5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61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39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47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00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  <a:cs typeface="Barlow-Medium"/>
            </a:endParaRPr>
          </a:p>
        </p:txBody>
      </p:sp>
      <p:pic>
        <p:nvPicPr>
          <p:cNvPr id="15" name="Image 14">
            <a:hlinkClick r:id="rId6"/>
            <a:extLst>
              <a:ext uri="{FF2B5EF4-FFF2-40B4-BE49-F238E27FC236}">
                <a16:creationId xmlns:a16="http://schemas.microsoft.com/office/drawing/2014/main" id="{F0F596C3-AE82-35C0-3B6C-2E343193937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4251" y="4510432"/>
            <a:ext cx="360000" cy="360000"/>
          </a:xfrm>
          <a:prstGeom prst="rect">
            <a:avLst/>
          </a:prstGeom>
        </p:spPr>
      </p:pic>
      <p:pic>
        <p:nvPicPr>
          <p:cNvPr id="16" name="Image 15">
            <a:hlinkClick r:id="rId8"/>
            <a:extLst>
              <a:ext uri="{FF2B5EF4-FFF2-40B4-BE49-F238E27FC236}">
                <a16:creationId xmlns:a16="http://schemas.microsoft.com/office/drawing/2014/main" id="{3E4DD36C-9FA3-2AF3-77C0-3AEF186F193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051428" y="4510432"/>
            <a:ext cx="360000" cy="360000"/>
          </a:xfrm>
          <a:prstGeom prst="rect">
            <a:avLst/>
          </a:prstGeom>
        </p:spPr>
      </p:pic>
      <p:pic>
        <p:nvPicPr>
          <p:cNvPr id="17" name="Image 16">
            <a:hlinkClick r:id="rId10"/>
            <a:extLst>
              <a:ext uri="{FF2B5EF4-FFF2-40B4-BE49-F238E27FC236}">
                <a16:creationId xmlns:a16="http://schemas.microsoft.com/office/drawing/2014/main" id="{1ED2C42C-748F-A301-5094-37CB1167CC0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535016" y="4510432"/>
            <a:ext cx="360000" cy="360000"/>
          </a:xfrm>
          <a:prstGeom prst="rect">
            <a:avLst/>
          </a:prstGeom>
        </p:spPr>
      </p:pic>
      <p:pic>
        <p:nvPicPr>
          <p:cNvPr id="18" name="Image 17">
            <a:hlinkClick r:id="rId12"/>
            <a:extLst>
              <a:ext uri="{FF2B5EF4-FFF2-40B4-BE49-F238E27FC236}">
                <a16:creationId xmlns:a16="http://schemas.microsoft.com/office/drawing/2014/main" id="{3DFA0579-2E86-D72E-5776-D2DD22BB621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567840" y="4510432"/>
            <a:ext cx="360000" cy="360000"/>
          </a:xfrm>
          <a:prstGeom prst="rect">
            <a:avLst/>
          </a:prstGeom>
        </p:spPr>
      </p:pic>
      <p:pic>
        <p:nvPicPr>
          <p:cNvPr id="19" name="Image 18" descr="Une image contenant texte, clipart&#10;&#10;Description générée automatiquement">
            <a:hlinkClick r:id="rId14"/>
            <a:extLst>
              <a:ext uri="{FF2B5EF4-FFF2-40B4-BE49-F238E27FC236}">
                <a16:creationId xmlns:a16="http://schemas.microsoft.com/office/drawing/2014/main" id="{7B995306-1517-B713-B2B3-A3C6F393C841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292" y="4510210"/>
            <a:ext cx="360222" cy="36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7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2">
            <a:extLst>
              <a:ext uri="{FF2B5EF4-FFF2-40B4-BE49-F238E27FC236}">
                <a16:creationId xmlns:a16="http://schemas.microsoft.com/office/drawing/2014/main" id="{7E04ED4B-981C-8B6A-9E34-01C732235E7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600" y="1"/>
            <a:ext cx="12195296" cy="6857999"/>
          </a:xfrm>
          <a:prstGeom prst="rect">
            <a:avLst/>
          </a:prstGeom>
        </p:spPr>
      </p:pic>
      <p:pic>
        <p:nvPicPr>
          <p:cNvPr id="14" name="object 3">
            <a:extLst>
              <a:ext uri="{FF2B5EF4-FFF2-40B4-BE49-F238E27FC236}">
                <a16:creationId xmlns:a16="http://schemas.microsoft.com/office/drawing/2014/main" id="{D054FE00-4A55-41E2-B4B7-E6605277F4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6838" y="-471410"/>
            <a:ext cx="7422889" cy="822955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CF65A18-A28F-B156-A65E-133AD8C7129B}"/>
              </a:ext>
            </a:extLst>
          </p:cNvPr>
          <p:cNvSpPr/>
          <p:nvPr userDrawn="1"/>
        </p:nvSpPr>
        <p:spPr>
          <a:xfrm>
            <a:off x="448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809D641B-BFCE-E473-AE80-EB95F8FCFE29}"/>
              </a:ext>
            </a:extLst>
          </p:cNvPr>
          <p:cNvSpPr txBox="1"/>
          <p:nvPr userDrawn="1"/>
        </p:nvSpPr>
        <p:spPr>
          <a:xfrm>
            <a:off x="666750" y="4918652"/>
            <a:ext cx="3790856" cy="1027273"/>
          </a:xfrm>
          <a:prstGeom prst="rect">
            <a:avLst/>
          </a:prstGeom>
        </p:spPr>
        <p:txBody>
          <a:bodyPr vert="horz" wrap="square" lIns="0" tIns="11498" rIns="0" bIns="0" rtlCol="0">
            <a:spAutoFit/>
          </a:bodyPr>
          <a:lstStyle/>
          <a:p>
            <a:pPr marL="11497">
              <a:spcBef>
                <a:spcPts val="91"/>
              </a:spcBef>
            </a:pPr>
            <a:r>
              <a:rPr sz="6600" b="1" spc="63">
                <a:solidFill>
                  <a:srgbClr val="FFFFFF"/>
                </a:solidFill>
                <a:latin typeface="Barlow-Black"/>
                <a:cs typeface="Barlow-Black"/>
              </a:rPr>
              <a:t>Thank</a:t>
            </a:r>
            <a:r>
              <a:rPr lang="fr-FR" sz="6600" b="1" spc="63">
                <a:solidFill>
                  <a:srgbClr val="FFFFFF"/>
                </a:solidFill>
                <a:latin typeface="Barlow-Black"/>
                <a:cs typeface="Barlow-Black"/>
              </a:rPr>
              <a:t>s</a:t>
            </a:r>
            <a:r>
              <a:rPr sz="6600" b="1" spc="36">
                <a:solidFill>
                  <a:srgbClr val="FFFFFF"/>
                </a:solidFill>
                <a:latin typeface="Barlow-Black"/>
                <a:cs typeface="Barlow-Black"/>
              </a:rPr>
              <a:t>!</a:t>
            </a:r>
            <a:endParaRPr sz="6600">
              <a:latin typeface="Barlow-Black"/>
              <a:cs typeface="Barlow-Black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C2A6D1-3242-842F-E99A-34FB1C97A05F}"/>
              </a:ext>
            </a:extLst>
          </p:cNvPr>
          <p:cNvSpPr/>
          <p:nvPr userDrawn="1"/>
        </p:nvSpPr>
        <p:spPr>
          <a:xfrm>
            <a:off x="7087021" y="1675267"/>
            <a:ext cx="3292917" cy="3399468"/>
          </a:xfrm>
          <a:prstGeom prst="rect">
            <a:avLst/>
          </a:prstGeom>
          <a:solidFill>
            <a:srgbClr val="CDD5E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B0D0A045-A139-E62D-BEE8-9E406A01738B}"/>
              </a:ext>
            </a:extLst>
          </p:cNvPr>
          <p:cNvSpPr txBox="1"/>
          <p:nvPr userDrawn="1"/>
        </p:nvSpPr>
        <p:spPr>
          <a:xfrm>
            <a:off x="7328542" y="3427932"/>
            <a:ext cx="2809875" cy="631228"/>
          </a:xfrm>
          <a:prstGeom prst="rect">
            <a:avLst/>
          </a:prstGeom>
        </p:spPr>
        <p:txBody>
          <a:bodyPr vert="horz" wrap="square" lIns="0" tIns="15523" rIns="0" bIns="0" rtlCol="0">
            <a:spAutoFit/>
          </a:bodyPr>
          <a:lstStyle/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DO YOU HAVE</a:t>
            </a:r>
          </a:p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ANY</a:t>
            </a:r>
            <a:r>
              <a:rPr lang="en-US" sz="2000" spc="-14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 </a:t>
            </a:r>
            <a:r>
              <a:rPr lang="en-US" sz="2000" spc="9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QUESTIONS?</a:t>
            </a:r>
            <a:endParaRPr lang="en-US" sz="2000">
              <a:solidFill>
                <a:schemeClr val="tx2">
                  <a:lumMod val="75000"/>
                </a:schemeClr>
              </a:solidFill>
              <a:latin typeface="Barlow-SemiBold"/>
              <a:cs typeface="Barlow-SemiBold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F8802FB-C840-6AE0-7175-EBE45C513F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58509" y="1232097"/>
            <a:ext cx="3549940" cy="1983559"/>
          </a:xfrm>
          <a:prstGeom prst="rect">
            <a:avLst/>
          </a:prstGeom>
        </p:spPr>
      </p:pic>
      <p:sp>
        <p:nvSpPr>
          <p:cNvPr id="20" name="Titre 3">
            <a:extLst>
              <a:ext uri="{FF2B5EF4-FFF2-40B4-BE49-F238E27FC236}">
                <a16:creationId xmlns:a16="http://schemas.microsoft.com/office/drawing/2014/main" id="{2C01166E-28D6-553C-F49A-A2658ADAD595}"/>
              </a:ext>
            </a:extLst>
          </p:cNvPr>
          <p:cNvSpPr txBox="1">
            <a:spLocks/>
          </p:cNvSpPr>
          <p:nvPr userDrawn="1"/>
        </p:nvSpPr>
        <p:spPr>
          <a:xfrm>
            <a:off x="7087021" y="2688603"/>
            <a:ext cx="3292917" cy="760775"/>
          </a:xfrm>
          <a:prstGeom prst="rect">
            <a:avLst/>
          </a:prstGeom>
        </p:spPr>
        <p:txBody>
          <a:bodyPr vert="horz" lIns="9144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00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Satellite IoT </a:t>
            </a:r>
            <a:r>
              <a:rPr lang="fr-FR" sz="2000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Operator</a:t>
            </a:r>
            <a:endParaRPr lang="fr-FR" sz="2000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  <a:ea typeface="+mn-ea"/>
              <a:cs typeface="+mn-cs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04B0ED2-2516-1BC5-39CD-4DFE82BB1280}"/>
              </a:ext>
            </a:extLst>
          </p:cNvPr>
          <p:cNvSpPr txBox="1"/>
          <p:nvPr userDrawn="1"/>
        </p:nvSpPr>
        <p:spPr>
          <a:xfrm>
            <a:off x="7877033" y="4022588"/>
            <a:ext cx="1712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hlinkClick r:id="rId5"/>
              </a:rPr>
              <a:t>sales@kineis.com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</a:endParaRPr>
          </a:p>
          <a:p>
            <a:pPr algn="ctr"/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+33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(0)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5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61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39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47</a:t>
            </a:r>
            <a:r>
              <a:rPr lang="fr-FR" sz="1200" spc="-1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 </a:t>
            </a:r>
            <a:r>
              <a:rPr lang="fr-FR" sz="1200" spc="15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cs typeface="Barlow-Medium"/>
              </a:rPr>
              <a:t>00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  <a:cs typeface="Barlow-Medium"/>
            </a:endParaRPr>
          </a:p>
        </p:txBody>
      </p:sp>
      <p:pic>
        <p:nvPicPr>
          <p:cNvPr id="22" name="Image 21">
            <a:hlinkClick r:id="rId6"/>
            <a:extLst>
              <a:ext uri="{FF2B5EF4-FFF2-40B4-BE49-F238E27FC236}">
                <a16:creationId xmlns:a16="http://schemas.microsoft.com/office/drawing/2014/main" id="{F98CCC9B-E95D-0AB3-3EE9-31AC47BE0CD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4251" y="4510432"/>
            <a:ext cx="360000" cy="360000"/>
          </a:xfrm>
          <a:prstGeom prst="rect">
            <a:avLst/>
          </a:prstGeom>
        </p:spPr>
      </p:pic>
      <p:pic>
        <p:nvPicPr>
          <p:cNvPr id="23" name="Image 22">
            <a:hlinkClick r:id="rId8"/>
            <a:extLst>
              <a:ext uri="{FF2B5EF4-FFF2-40B4-BE49-F238E27FC236}">
                <a16:creationId xmlns:a16="http://schemas.microsoft.com/office/drawing/2014/main" id="{7607D8A3-A2B3-7BB1-B51C-CB3831334BE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051428" y="4510432"/>
            <a:ext cx="360000" cy="360000"/>
          </a:xfrm>
          <a:prstGeom prst="rect">
            <a:avLst/>
          </a:prstGeom>
        </p:spPr>
      </p:pic>
      <p:pic>
        <p:nvPicPr>
          <p:cNvPr id="24" name="Image 23">
            <a:hlinkClick r:id="rId10"/>
            <a:extLst>
              <a:ext uri="{FF2B5EF4-FFF2-40B4-BE49-F238E27FC236}">
                <a16:creationId xmlns:a16="http://schemas.microsoft.com/office/drawing/2014/main" id="{C9DF2422-89C0-C111-E28A-9A13BAF51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535016" y="4510432"/>
            <a:ext cx="360000" cy="360000"/>
          </a:xfrm>
          <a:prstGeom prst="rect">
            <a:avLst/>
          </a:prstGeom>
        </p:spPr>
      </p:pic>
      <p:pic>
        <p:nvPicPr>
          <p:cNvPr id="25" name="Image 24">
            <a:hlinkClick r:id="rId12"/>
            <a:extLst>
              <a:ext uri="{FF2B5EF4-FFF2-40B4-BE49-F238E27FC236}">
                <a16:creationId xmlns:a16="http://schemas.microsoft.com/office/drawing/2014/main" id="{F52B3123-1672-3172-6E9A-63416285F68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567840" y="4510432"/>
            <a:ext cx="360000" cy="360000"/>
          </a:xfrm>
          <a:prstGeom prst="rect">
            <a:avLst/>
          </a:prstGeom>
        </p:spPr>
      </p:pic>
      <p:pic>
        <p:nvPicPr>
          <p:cNvPr id="26" name="Image 25" descr="Une image contenant texte, clipart&#10;&#10;Description générée automatiquement">
            <a:hlinkClick r:id="rId14"/>
            <a:extLst>
              <a:ext uri="{FF2B5EF4-FFF2-40B4-BE49-F238E27FC236}">
                <a16:creationId xmlns:a16="http://schemas.microsoft.com/office/drawing/2014/main" id="{9F72A670-5D48-82F2-703D-D078B8D3620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292" y="4510210"/>
            <a:ext cx="360222" cy="36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5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4">
            <a:extLst>
              <a:ext uri="{FF2B5EF4-FFF2-40B4-BE49-F238E27FC236}">
                <a16:creationId xmlns:a16="http://schemas.microsoft.com/office/drawing/2014/main" id="{B389B939-4FA6-AB8D-78D6-B506FCE61575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3085F8-1219-26BE-7C9D-A252CAEE1F51}"/>
              </a:ext>
            </a:extLst>
          </p:cNvPr>
          <p:cNvSpPr/>
          <p:nvPr userDrawn="1"/>
        </p:nvSpPr>
        <p:spPr>
          <a:xfrm>
            <a:off x="-1200" y="6753454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06EF0CA-C034-DC0B-3765-E1064B398B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499EF74-D7F2-B47B-F9BF-B8EA6AB95B4A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588D167-64E1-3D43-5F4B-22F30A4CC5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FF2AAE5E-00FE-5F3B-7FD5-ADCA8DC2CCB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C65A51DC-39E2-6B42-0C1E-F1E18C653DE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5" name="object 7">
              <a:extLst>
                <a:ext uri="{FF2B5EF4-FFF2-40B4-BE49-F238E27FC236}">
                  <a16:creationId xmlns:a16="http://schemas.microsoft.com/office/drawing/2014/main" id="{BD1E138A-0F30-6674-2C2C-062237522AC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6" name="Espace réservé du numéro de diapositive 3">
            <a:extLst>
              <a:ext uri="{FF2B5EF4-FFF2-40B4-BE49-F238E27FC236}">
                <a16:creationId xmlns:a16="http://schemas.microsoft.com/office/drawing/2014/main" id="{BE92CD6F-79EE-139C-F41A-5CE1AE5C82C9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427819-853B-E30F-7978-065F3DE6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10515600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4E897EF-917F-58BD-8D9F-5FF5E73BC8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771" y="824403"/>
            <a:ext cx="11057709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BF872CD-93D4-92CD-1487-5F464382B2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78D1583F-E790-42E1-B8D0-AD196557F9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5938" y="2297113"/>
            <a:ext cx="11057709" cy="3553632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Barlow" panose="00000500000000000000" pitchFamily="2" charset="0"/>
              </a:defRPr>
            </a:lvl1pPr>
            <a:lvl2pPr>
              <a:defRPr sz="1400">
                <a:latin typeface="Barlow" panose="00000500000000000000" pitchFamily="2" charset="0"/>
              </a:defRPr>
            </a:lvl2pPr>
            <a:lvl3pPr>
              <a:defRPr sz="1400">
                <a:latin typeface="Barlow" panose="00000500000000000000" pitchFamily="2" charset="0"/>
              </a:defRPr>
            </a:lvl3pPr>
            <a:lvl4pPr>
              <a:defRPr sz="1400">
                <a:latin typeface="Barlow" panose="00000500000000000000" pitchFamily="2" charset="0"/>
              </a:defRPr>
            </a:lvl4pPr>
            <a:lvl5pPr>
              <a:defRPr sz="1400">
                <a:latin typeface="Barlow" panose="000005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20649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459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501CAB5D-EA2A-393E-3FAD-29EBF03B2C2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8521" y="-1001"/>
            <a:ext cx="12195296" cy="6859001"/>
          </a:xfrm>
          <a:prstGeom prst="rect">
            <a:avLst/>
          </a:prstGeom>
        </p:spPr>
      </p:pic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139B610-5C46-34B3-3BFB-51EE44A4D921}"/>
              </a:ext>
            </a:extLst>
          </p:cNvPr>
          <p:cNvSpPr txBox="1">
            <a:spLocks/>
          </p:cNvSpPr>
          <p:nvPr userDrawn="1"/>
        </p:nvSpPr>
        <p:spPr>
          <a:xfrm>
            <a:off x="9323228" y="6337017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95D5BEC-3EEA-00D1-8067-8CC15C2E4E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25" y="6041043"/>
            <a:ext cx="1613738" cy="90169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B54F47E-8AF1-17DF-7963-5039FC8A8839}"/>
              </a:ext>
            </a:extLst>
          </p:cNvPr>
          <p:cNvCxnSpPr/>
          <p:nvPr userDrawn="1"/>
        </p:nvCxnSpPr>
        <p:spPr>
          <a:xfrm>
            <a:off x="1618963" y="6315452"/>
            <a:ext cx="0" cy="36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AAA5B4B-1E4E-2B86-4376-EADAB7923E5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56277" y="6314122"/>
            <a:ext cx="265953" cy="399650"/>
            <a:chOff x="12301098" y="6690719"/>
            <a:chExt cx="430332" cy="646665"/>
          </a:xfrm>
        </p:grpSpPr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D612E54C-1243-9591-1CA1-9C282AA75B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A4258104-35AC-02BA-E746-51596AFADFD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BE11194D-E1B7-75F5-6D78-06995AB05F0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25818A3-110F-B8B9-9E56-DF1A8D415F87}"/>
              </a:ext>
            </a:extLst>
          </p:cNvPr>
          <p:cNvSpPr/>
          <p:nvPr userDrawn="1"/>
        </p:nvSpPr>
        <p:spPr>
          <a:xfrm>
            <a:off x="-1200" y="6753454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F4C0A-F082-DDE4-5B94-0C0C93423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29589" y="1871663"/>
            <a:ext cx="7567864" cy="657225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fr-FR" sz="3200" kern="1200" dirty="0">
                <a:solidFill>
                  <a:srgbClr val="8497B0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A96AA6-B6BC-14D1-01B3-78A294EBF8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235" y="2882900"/>
            <a:ext cx="11187042" cy="762000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  <a:lvl2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2pPr>
            <a:lvl3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3pPr>
            <a:lvl4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 smtClean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4pPr>
            <a:lvl5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151C272D-A951-4EA2-D4E4-FB98D456ED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8208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3" userDrawn="1">
          <p15:clr>
            <a:srgbClr val="FBAE40"/>
          </p15:clr>
        </p15:guide>
        <p15:guide id="2" orient="horz" pos="229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77489E1D-0867-E142-9125-E6DF738812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227" b="21195"/>
          <a:stretch/>
        </p:blipFill>
        <p:spPr>
          <a:xfrm>
            <a:off x="-1200" y="28118"/>
            <a:ext cx="4822322" cy="6820444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A55F9DD-3F75-EB4F-B1CC-5D4316B5E3B2}"/>
              </a:ext>
            </a:extLst>
          </p:cNvPr>
          <p:cNvPicPr/>
          <p:nvPr userDrawn="1"/>
        </p:nvPicPr>
        <p:blipFill rotWithShape="1">
          <a:blip r:embed="rId4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A55A7AFA-712F-73B2-43DA-B6BFF7D03BC1}"/>
              </a:ext>
            </a:extLst>
          </p:cNvPr>
          <p:cNvGrpSpPr/>
          <p:nvPr userDrawn="1"/>
        </p:nvGrpSpPr>
        <p:grpSpPr>
          <a:xfrm>
            <a:off x="2732544" y="-5838"/>
            <a:ext cx="9459456" cy="6854400"/>
            <a:chOff x="2736548" y="7332"/>
            <a:chExt cx="9459456" cy="6854400"/>
          </a:xfrm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4918AD9-568E-EB36-C097-3463CD5B6A7A}"/>
                </a:ext>
              </a:extLst>
            </p:cNvPr>
            <p:cNvSpPr/>
            <p:nvPr/>
          </p:nvSpPr>
          <p:spPr>
            <a:xfrm>
              <a:off x="3226585" y="7332"/>
              <a:ext cx="8969419" cy="6854400"/>
            </a:xfrm>
            <a:custGeom>
              <a:avLst/>
              <a:gdLst>
                <a:gd name="connsiteX0" fmla="*/ 4543174 w 8969419"/>
                <a:gd name="connsiteY0" fmla="*/ 0 h 6854400"/>
                <a:gd name="connsiteX1" fmla="*/ 4543174 w 8969419"/>
                <a:gd name="connsiteY1" fmla="*/ 2012 h 6854400"/>
                <a:gd name="connsiteX2" fmla="*/ 7362381 w 8969419"/>
                <a:gd name="connsiteY2" fmla="*/ 2012 h 6854400"/>
                <a:gd name="connsiteX3" fmla="*/ 7362381 w 8969419"/>
                <a:gd name="connsiteY3" fmla="*/ 0 h 6854400"/>
                <a:gd name="connsiteX4" fmla="*/ 8969419 w 8969419"/>
                <a:gd name="connsiteY4" fmla="*/ 0 h 6854400"/>
                <a:gd name="connsiteX5" fmla="*/ 8969419 w 8969419"/>
                <a:gd name="connsiteY5" fmla="*/ 6854400 h 6854400"/>
                <a:gd name="connsiteX6" fmla="*/ 7362381 w 8969419"/>
                <a:gd name="connsiteY6" fmla="*/ 6854400 h 6854400"/>
                <a:gd name="connsiteX7" fmla="*/ 7362381 w 8969419"/>
                <a:gd name="connsiteY7" fmla="*/ 6853734 h 6854400"/>
                <a:gd name="connsiteX8" fmla="*/ 4543174 w 8969419"/>
                <a:gd name="connsiteY8" fmla="*/ 6853734 h 6854400"/>
                <a:gd name="connsiteX9" fmla="*/ 4543174 w 8969419"/>
                <a:gd name="connsiteY9" fmla="*/ 6839131 h 6854400"/>
                <a:gd name="connsiteX10" fmla="*/ 0 w 8969419"/>
                <a:gd name="connsiteY10" fmla="*/ 3787085 h 6854400"/>
                <a:gd name="connsiteX11" fmla="*/ 0 w 8969419"/>
                <a:gd name="connsiteY11" fmla="*/ 3052047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69419" h="6854400">
                  <a:moveTo>
                    <a:pt x="4543174" y="0"/>
                  </a:moveTo>
                  <a:lnTo>
                    <a:pt x="4543174" y="2012"/>
                  </a:lnTo>
                  <a:lnTo>
                    <a:pt x="7362381" y="2012"/>
                  </a:lnTo>
                  <a:lnTo>
                    <a:pt x="7362381" y="0"/>
                  </a:lnTo>
                  <a:lnTo>
                    <a:pt x="8969419" y="0"/>
                  </a:lnTo>
                  <a:lnTo>
                    <a:pt x="8969419" y="6854400"/>
                  </a:lnTo>
                  <a:lnTo>
                    <a:pt x="7362381" y="6854400"/>
                  </a:lnTo>
                  <a:lnTo>
                    <a:pt x="7362381" y="6853734"/>
                  </a:lnTo>
                  <a:lnTo>
                    <a:pt x="4543174" y="6853734"/>
                  </a:lnTo>
                  <a:lnTo>
                    <a:pt x="4543174" y="6839131"/>
                  </a:lnTo>
                  <a:lnTo>
                    <a:pt x="0" y="3787085"/>
                  </a:lnTo>
                  <a:lnTo>
                    <a:pt x="0" y="3052047"/>
                  </a:lnTo>
                  <a:close/>
                </a:path>
              </a:pathLst>
            </a:cu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3C31CD67-4FFB-CA8D-502B-7819CD2C2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548" y="2192388"/>
              <a:ext cx="1834717" cy="2605018"/>
            </a:xfrm>
            <a:prstGeom prst="rect">
              <a:avLst/>
            </a:prstGeom>
          </p:spPr>
        </p:pic>
      </p:grpSp>
      <p:sp>
        <p:nvSpPr>
          <p:cNvPr id="10" name="Titre 3">
            <a:extLst>
              <a:ext uri="{FF2B5EF4-FFF2-40B4-BE49-F238E27FC236}">
                <a16:creationId xmlns:a16="http://schemas.microsoft.com/office/drawing/2014/main" id="{B13C03EC-8016-CFB7-D059-04649FF5664F}"/>
              </a:ext>
            </a:extLst>
          </p:cNvPr>
          <p:cNvSpPr txBox="1">
            <a:spLocks/>
          </p:cNvSpPr>
          <p:nvPr userDrawn="1"/>
        </p:nvSpPr>
        <p:spPr>
          <a:xfrm>
            <a:off x="415846" y="139403"/>
            <a:ext cx="3223896" cy="760775"/>
          </a:xfrm>
          <a:prstGeom prst="rect">
            <a:avLst/>
          </a:prstGeom>
        </p:spPr>
        <p:txBody>
          <a:bodyPr vert="horz" lIns="91440" tIns="45720" rIns="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>
                <a:solidFill>
                  <a:schemeClr val="tx2">
                    <a:lumMod val="60000"/>
                    <a:lumOff val="40000"/>
                  </a:schemeClr>
                </a:solidFill>
                <a:latin typeface="Barlow"/>
                <a:ea typeface="+mn-ea"/>
                <a:cs typeface="+mn-cs"/>
              </a:rPr>
              <a:t>SUMMARY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D1C60-F2DA-1911-ECCF-2FD583FA6539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35C3305-5858-09FB-E852-E86EEFE8298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0A9E64DF-E492-4931-902D-57CA0191F8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5" name="object 5">
              <a:extLst>
                <a:ext uri="{FF2B5EF4-FFF2-40B4-BE49-F238E27FC236}">
                  <a16:creationId xmlns:a16="http://schemas.microsoft.com/office/drawing/2014/main" id="{5CDA718E-2AAA-632A-EEB5-1A92C6BF8B6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6" name="object 6">
              <a:extLst>
                <a:ext uri="{FF2B5EF4-FFF2-40B4-BE49-F238E27FC236}">
                  <a16:creationId xmlns:a16="http://schemas.microsoft.com/office/drawing/2014/main" id="{95DAA25B-938B-D708-F176-C26947CA1FF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7" name="object 7">
              <a:extLst>
                <a:ext uri="{FF2B5EF4-FFF2-40B4-BE49-F238E27FC236}">
                  <a16:creationId xmlns:a16="http://schemas.microsoft.com/office/drawing/2014/main" id="{7E7C13C5-9FBD-32AF-49D7-58AAFB794B4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AF197986-40A1-19C8-1747-B12A71EE88FD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FAE7ACD-4DA1-BFC7-CF1B-9B4C1954B0C4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AA5B5EC4-5B9D-97E8-9D7E-295856009A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61328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36D42FFB-C535-D8BF-7CB6-77A9BE11C365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7187608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1084456-2F81-18F6-0331-AF433741F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55BBAF3F-931F-1346-EC3F-8142CD18F333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52516FD-A586-CA7D-7812-2B76B547881E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0E3213F6-C37E-A870-BD1B-3A6B2CE751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7608" y="0"/>
            <a:ext cx="5004391" cy="676415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511E3-4BAD-2C76-8540-66BB4D962D75}"/>
              </a:ext>
            </a:extLst>
          </p:cNvPr>
          <p:cNvSpPr/>
          <p:nvPr userDrawn="1"/>
        </p:nvSpPr>
        <p:spPr>
          <a:xfrm>
            <a:off x="-3653" y="6764152"/>
            <a:ext cx="12195653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sp>
        <p:nvSpPr>
          <p:cNvPr id="14" name="Titre 3">
            <a:extLst>
              <a:ext uri="{FF2B5EF4-FFF2-40B4-BE49-F238E27FC236}">
                <a16:creationId xmlns:a16="http://schemas.microsoft.com/office/drawing/2014/main" id="{4C89A35F-AC8C-ACB0-83B2-8FB3E529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6358976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E243E8A6-2146-4A9D-B9DB-D0579C2209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71" y="831517"/>
            <a:ext cx="6358976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19">
            <a:extLst>
              <a:ext uri="{FF2B5EF4-FFF2-40B4-BE49-F238E27FC236}">
                <a16:creationId xmlns:a16="http://schemas.microsoft.com/office/drawing/2014/main" id="{2B1875D9-74FB-2B82-0C1E-03759B9C69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E37D55C-437E-48A6-8DCC-6B037FAF4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7213" y="1762124"/>
            <a:ext cx="6204534" cy="390254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Barlow" panose="00000500000000000000" pitchFamily="2" charset="0"/>
              </a:defRPr>
            </a:lvl1pPr>
            <a:lvl2pPr>
              <a:defRPr sz="1400">
                <a:latin typeface="Barlow" panose="00000500000000000000" pitchFamily="2" charset="0"/>
              </a:defRPr>
            </a:lvl2pPr>
            <a:lvl3pPr>
              <a:defRPr sz="1400">
                <a:latin typeface="Barlow" panose="00000500000000000000" pitchFamily="2" charset="0"/>
              </a:defRPr>
            </a:lvl3pPr>
            <a:lvl4pPr>
              <a:defRPr sz="1400">
                <a:latin typeface="Barlow" panose="00000500000000000000" pitchFamily="2" charset="0"/>
              </a:defRPr>
            </a:lvl4pPr>
            <a:lvl5pPr>
              <a:defRPr sz="1400">
                <a:latin typeface="Barlow" panose="000005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41326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g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4">
            <a:extLst>
              <a:ext uri="{FF2B5EF4-FFF2-40B4-BE49-F238E27FC236}">
                <a16:creationId xmlns:a16="http://schemas.microsoft.com/office/drawing/2014/main" id="{171D94DB-8F44-0260-7A70-E9D5DFE9569A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85D1D6D2-FF14-F42E-8FA5-D1C00BEBE9E8}"/>
              </a:ext>
            </a:extLst>
          </p:cNvPr>
          <p:cNvSpPr/>
          <p:nvPr userDrawn="1"/>
        </p:nvSpPr>
        <p:spPr>
          <a:xfrm>
            <a:off x="3226585" y="-3301"/>
            <a:ext cx="8969419" cy="6854400"/>
          </a:xfrm>
          <a:custGeom>
            <a:avLst/>
            <a:gdLst>
              <a:gd name="connsiteX0" fmla="*/ 4543174 w 8969419"/>
              <a:gd name="connsiteY0" fmla="*/ 0 h 6854400"/>
              <a:gd name="connsiteX1" fmla="*/ 4543174 w 8969419"/>
              <a:gd name="connsiteY1" fmla="*/ 2012 h 6854400"/>
              <a:gd name="connsiteX2" fmla="*/ 7362381 w 8969419"/>
              <a:gd name="connsiteY2" fmla="*/ 2012 h 6854400"/>
              <a:gd name="connsiteX3" fmla="*/ 7362381 w 8969419"/>
              <a:gd name="connsiteY3" fmla="*/ 0 h 6854400"/>
              <a:gd name="connsiteX4" fmla="*/ 8969419 w 8969419"/>
              <a:gd name="connsiteY4" fmla="*/ 0 h 6854400"/>
              <a:gd name="connsiteX5" fmla="*/ 8969419 w 8969419"/>
              <a:gd name="connsiteY5" fmla="*/ 6854400 h 6854400"/>
              <a:gd name="connsiteX6" fmla="*/ 7362381 w 8969419"/>
              <a:gd name="connsiteY6" fmla="*/ 6854400 h 6854400"/>
              <a:gd name="connsiteX7" fmla="*/ 7362381 w 8969419"/>
              <a:gd name="connsiteY7" fmla="*/ 6853734 h 6854400"/>
              <a:gd name="connsiteX8" fmla="*/ 4543174 w 8969419"/>
              <a:gd name="connsiteY8" fmla="*/ 6853734 h 6854400"/>
              <a:gd name="connsiteX9" fmla="*/ 4543174 w 8969419"/>
              <a:gd name="connsiteY9" fmla="*/ 6839131 h 6854400"/>
              <a:gd name="connsiteX10" fmla="*/ 0 w 8969419"/>
              <a:gd name="connsiteY10" fmla="*/ 3787085 h 6854400"/>
              <a:gd name="connsiteX11" fmla="*/ 0 w 8969419"/>
              <a:gd name="connsiteY11" fmla="*/ 3052047 h 685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969419" h="6854400">
                <a:moveTo>
                  <a:pt x="4543174" y="0"/>
                </a:moveTo>
                <a:lnTo>
                  <a:pt x="4543174" y="2012"/>
                </a:lnTo>
                <a:lnTo>
                  <a:pt x="7362381" y="2012"/>
                </a:lnTo>
                <a:lnTo>
                  <a:pt x="7362381" y="0"/>
                </a:lnTo>
                <a:lnTo>
                  <a:pt x="8969419" y="0"/>
                </a:lnTo>
                <a:lnTo>
                  <a:pt x="8969419" y="6854400"/>
                </a:lnTo>
                <a:lnTo>
                  <a:pt x="7362381" y="6854400"/>
                </a:lnTo>
                <a:lnTo>
                  <a:pt x="7362381" y="6853734"/>
                </a:lnTo>
                <a:lnTo>
                  <a:pt x="4543174" y="6853734"/>
                </a:lnTo>
                <a:lnTo>
                  <a:pt x="4543174" y="6839131"/>
                </a:lnTo>
                <a:lnTo>
                  <a:pt x="0" y="3787085"/>
                </a:lnTo>
                <a:lnTo>
                  <a:pt x="0" y="3052047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889957A-AE7E-31C7-ABC4-894B3B7952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708" y="2182390"/>
            <a:ext cx="1834717" cy="26050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D5BB37-A382-AB99-7E82-490990AF0304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8C2C874-9CB4-D806-3DCF-9961D88B51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F83F6417-3761-1F73-C4A7-1B433658CE7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F717EAA2-A7CD-C371-414A-C7C51B9119C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A796D849-CFF0-6588-181C-FF6AB991E64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4" name="object 7">
              <a:extLst>
                <a:ext uri="{FF2B5EF4-FFF2-40B4-BE49-F238E27FC236}">
                  <a16:creationId xmlns:a16="http://schemas.microsoft.com/office/drawing/2014/main" id="{736101DA-4CA3-53BC-4234-730223408EF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5" name="Espace réservé du numéro de diapositive 3">
            <a:extLst>
              <a:ext uri="{FF2B5EF4-FFF2-40B4-BE49-F238E27FC236}">
                <a16:creationId xmlns:a16="http://schemas.microsoft.com/office/drawing/2014/main" id="{405E96FD-4E75-7D83-6AC8-564852A10424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199712C-8807-1BBF-7FEE-B100A3513308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re 3">
            <a:extLst>
              <a:ext uri="{FF2B5EF4-FFF2-40B4-BE49-F238E27FC236}">
                <a16:creationId xmlns:a16="http://schemas.microsoft.com/office/drawing/2014/main" id="{5145871C-E946-4C70-750F-EA68CC4B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11263614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3FF0BDB9-4AD7-BA01-35BE-B7762F8C8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771" y="831517"/>
            <a:ext cx="11263614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B6B09ACE-ED56-4DD5-4E8B-14300B06CB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7816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g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4">
            <a:extLst>
              <a:ext uri="{FF2B5EF4-FFF2-40B4-BE49-F238E27FC236}">
                <a16:creationId xmlns:a16="http://schemas.microsoft.com/office/drawing/2014/main" id="{91FC5E68-F31C-5E77-3C95-1A2A70A67EE7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6139444"/>
            <a:ext cx="12193200" cy="720000"/>
          </a:xfrm>
          <a:prstGeom prst="rect">
            <a:avLst/>
          </a:prstGeom>
        </p:spPr>
      </p:pic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352D9FBC-A47E-02FC-B04C-6C01A2F6F6CB}"/>
              </a:ext>
            </a:extLst>
          </p:cNvPr>
          <p:cNvSpPr/>
          <p:nvPr userDrawn="1"/>
        </p:nvSpPr>
        <p:spPr>
          <a:xfrm>
            <a:off x="902485" y="0"/>
            <a:ext cx="11289515" cy="6854400"/>
          </a:xfrm>
          <a:custGeom>
            <a:avLst/>
            <a:gdLst>
              <a:gd name="connsiteX0" fmla="*/ 4543174 w 11289515"/>
              <a:gd name="connsiteY0" fmla="*/ 0 h 6854400"/>
              <a:gd name="connsiteX1" fmla="*/ 4543174 w 11289515"/>
              <a:gd name="connsiteY1" fmla="*/ 2012 h 6854400"/>
              <a:gd name="connsiteX2" fmla="*/ 7362381 w 11289515"/>
              <a:gd name="connsiteY2" fmla="*/ 2012 h 6854400"/>
              <a:gd name="connsiteX3" fmla="*/ 7362381 w 11289515"/>
              <a:gd name="connsiteY3" fmla="*/ 0 h 6854400"/>
              <a:gd name="connsiteX4" fmla="*/ 11289515 w 11289515"/>
              <a:gd name="connsiteY4" fmla="*/ 0 h 6854400"/>
              <a:gd name="connsiteX5" fmla="*/ 11289515 w 11289515"/>
              <a:gd name="connsiteY5" fmla="*/ 6854400 h 6854400"/>
              <a:gd name="connsiteX6" fmla="*/ 7362381 w 11289515"/>
              <a:gd name="connsiteY6" fmla="*/ 6854400 h 6854400"/>
              <a:gd name="connsiteX7" fmla="*/ 7362381 w 11289515"/>
              <a:gd name="connsiteY7" fmla="*/ 6853734 h 6854400"/>
              <a:gd name="connsiteX8" fmla="*/ 4543174 w 11289515"/>
              <a:gd name="connsiteY8" fmla="*/ 6853734 h 6854400"/>
              <a:gd name="connsiteX9" fmla="*/ 4543174 w 11289515"/>
              <a:gd name="connsiteY9" fmla="*/ 6839131 h 6854400"/>
              <a:gd name="connsiteX10" fmla="*/ 0 w 11289515"/>
              <a:gd name="connsiteY10" fmla="*/ 3787085 h 6854400"/>
              <a:gd name="connsiteX11" fmla="*/ 0 w 11289515"/>
              <a:gd name="connsiteY11" fmla="*/ 3052047 h 685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289515" h="6854400">
                <a:moveTo>
                  <a:pt x="4543174" y="0"/>
                </a:moveTo>
                <a:lnTo>
                  <a:pt x="4543174" y="2012"/>
                </a:lnTo>
                <a:lnTo>
                  <a:pt x="7362381" y="2012"/>
                </a:lnTo>
                <a:lnTo>
                  <a:pt x="7362381" y="0"/>
                </a:lnTo>
                <a:lnTo>
                  <a:pt x="11289515" y="0"/>
                </a:lnTo>
                <a:lnTo>
                  <a:pt x="11289515" y="6854400"/>
                </a:lnTo>
                <a:lnTo>
                  <a:pt x="7362381" y="6854400"/>
                </a:lnTo>
                <a:lnTo>
                  <a:pt x="7362381" y="6853734"/>
                </a:lnTo>
                <a:lnTo>
                  <a:pt x="4543174" y="6853734"/>
                </a:lnTo>
                <a:lnTo>
                  <a:pt x="4543174" y="6839131"/>
                </a:lnTo>
                <a:lnTo>
                  <a:pt x="0" y="3787085"/>
                </a:lnTo>
                <a:lnTo>
                  <a:pt x="0" y="3052047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6E5B6B-E080-DFFC-2125-F42F87B444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83" y="2192441"/>
            <a:ext cx="1834717" cy="26050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2F5951-B7AD-92AE-AAFD-F383A999D5B9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3A4EE91-D07D-9DA1-8491-EAC1F65EA8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FEEB15D5-E6F2-9B59-B4A6-CDEA64A305D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666385" y="6257974"/>
            <a:ext cx="265953" cy="399650"/>
            <a:chOff x="12301098" y="6690719"/>
            <a:chExt cx="430332" cy="646665"/>
          </a:xfrm>
        </p:grpSpPr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58AC979D-7592-A87B-88BC-E3BAD160679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01098" y="6968136"/>
              <a:ext cx="91846" cy="91833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9C793BDF-66C7-9EC1-1B24-6B603DA904B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39597" y="7245551"/>
              <a:ext cx="91833" cy="91833"/>
            </a:xfrm>
            <a:prstGeom prst="rect">
              <a:avLst/>
            </a:prstGeom>
          </p:spPr>
        </p:pic>
        <p:pic>
          <p:nvPicPr>
            <p:cNvPr id="14" name="object 7">
              <a:extLst>
                <a:ext uri="{FF2B5EF4-FFF2-40B4-BE49-F238E27FC236}">
                  <a16:creationId xmlns:a16="http://schemas.microsoft.com/office/drawing/2014/main" id="{B5AE1D73-ED5A-CFC6-BE4A-B5B7DB54B54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39597" y="6690719"/>
              <a:ext cx="91833" cy="91833"/>
            </a:xfrm>
            <a:prstGeom prst="rect">
              <a:avLst/>
            </a:prstGeom>
          </p:spPr>
        </p:pic>
      </p:grpSp>
      <p:sp>
        <p:nvSpPr>
          <p:cNvPr id="15" name="Espace réservé du numéro de diapositive 3">
            <a:extLst>
              <a:ext uri="{FF2B5EF4-FFF2-40B4-BE49-F238E27FC236}">
                <a16:creationId xmlns:a16="http://schemas.microsoft.com/office/drawing/2014/main" id="{65F5683B-5D1A-130E-E051-1B12D95AEF01}"/>
              </a:ext>
            </a:extLst>
          </p:cNvPr>
          <p:cNvSpPr txBox="1">
            <a:spLocks/>
          </p:cNvSpPr>
          <p:nvPr userDrawn="1"/>
        </p:nvSpPr>
        <p:spPr>
          <a:xfrm>
            <a:off x="9333336" y="628086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9DAE66-4C93-1A4F-9B7F-4B1D928D0F2F}" type="slidenum">
              <a:rPr lang="fr-FR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r"/>
              <a:t>‹#›</a:t>
            </a:fld>
            <a:endParaRPr lang="fr-FR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DCCFC4C-2F15-DC3B-4790-19E9C878C8D6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re 3">
            <a:extLst>
              <a:ext uri="{FF2B5EF4-FFF2-40B4-BE49-F238E27FC236}">
                <a16:creationId xmlns:a16="http://schemas.microsoft.com/office/drawing/2014/main" id="{C06BD8D3-236E-574B-64CA-AD0755D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10991134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BEB1936C-2A46-4E22-5EFE-983F07D53D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771" y="831517"/>
            <a:ext cx="10991133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AF0C8F21-55DC-F6F3-B848-C0F66811E8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4175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D822AE9F-809E-D2D8-FF8A-D608D1AE14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32825" y="0"/>
            <a:ext cx="3570288" cy="67500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13044B15-644D-AA91-E8DA-7A18E67A854A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-3701"/>
            <a:ext cx="8633861" cy="6854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60079F-3546-B651-B64B-94A54B41DF7A}"/>
              </a:ext>
            </a:extLst>
          </p:cNvPr>
          <p:cNvSpPr/>
          <p:nvPr userDrawn="1"/>
        </p:nvSpPr>
        <p:spPr>
          <a:xfrm>
            <a:off x="8633375" y="5563402"/>
            <a:ext cx="3569078" cy="889605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AA0C8F-55EE-6632-87AF-3C90A0037836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3B52F81-2011-32C8-72DF-82F4CC68D7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FDE01C2-6284-2624-6CC5-8995CC0AD764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re 3">
            <a:extLst>
              <a:ext uri="{FF2B5EF4-FFF2-40B4-BE49-F238E27FC236}">
                <a16:creationId xmlns:a16="http://schemas.microsoft.com/office/drawing/2014/main" id="{11FB89F1-CB52-0DDA-BEF8-B97B5F01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0" y="282241"/>
            <a:ext cx="7778703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1C2F16BA-95CE-0428-49FE-5E0CB65CA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71" y="831517"/>
            <a:ext cx="7778701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texte 19">
            <a:extLst>
              <a:ext uri="{FF2B5EF4-FFF2-40B4-BE49-F238E27FC236}">
                <a16:creationId xmlns:a16="http://schemas.microsoft.com/office/drawing/2014/main" id="{C7D84B41-7430-4C18-9CC3-EF9F2B582E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18632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28">
            <a:extLst>
              <a:ext uri="{FF2B5EF4-FFF2-40B4-BE49-F238E27FC236}">
                <a16:creationId xmlns:a16="http://schemas.microsoft.com/office/drawing/2014/main" id="{BF7BD810-0311-DA94-A646-0C9B71F429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68551" y="0"/>
            <a:ext cx="5034562" cy="67500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30E80C52-7089-A13C-4253-FD2ADAB0EFFD}"/>
              </a:ext>
            </a:extLst>
          </p:cNvPr>
          <p:cNvPicPr/>
          <p:nvPr userDrawn="1"/>
        </p:nvPicPr>
        <p:blipFill rotWithShape="1">
          <a:blip r:embed="rId2" cstate="print"/>
          <a:srcRect r="29184"/>
          <a:stretch/>
        </p:blipFill>
        <p:spPr>
          <a:xfrm>
            <a:off x="0" y="-3701"/>
            <a:ext cx="7157437" cy="685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501D2F-3E1B-745E-5A4F-05A22AB89745}"/>
              </a:ext>
            </a:extLst>
          </p:cNvPr>
          <p:cNvSpPr/>
          <p:nvPr userDrawn="1"/>
        </p:nvSpPr>
        <p:spPr>
          <a:xfrm>
            <a:off x="-1200" y="6750000"/>
            <a:ext cx="12193200" cy="108000"/>
          </a:xfrm>
          <a:prstGeom prst="rect">
            <a:avLst/>
          </a:prstGeom>
          <a:gradFill>
            <a:gsLst>
              <a:gs pos="0">
                <a:srgbClr val="FABF3F"/>
              </a:gs>
              <a:gs pos="100000">
                <a:srgbClr val="E7296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7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B6FF43C-B0CB-5EEB-06E6-EF03BE087D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33" y="5984895"/>
            <a:ext cx="1613738" cy="901690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D92D17B-A773-550D-A791-BD92EDC9D7F0}"/>
              </a:ext>
            </a:extLst>
          </p:cNvPr>
          <p:cNvCxnSpPr/>
          <p:nvPr userDrawn="1"/>
        </p:nvCxnSpPr>
        <p:spPr>
          <a:xfrm>
            <a:off x="1629071" y="6259304"/>
            <a:ext cx="0" cy="36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re 3">
            <a:extLst>
              <a:ext uri="{FF2B5EF4-FFF2-40B4-BE49-F238E27FC236}">
                <a16:creationId xmlns:a16="http://schemas.microsoft.com/office/drawing/2014/main" id="{CBA159C4-7EB9-F32A-057D-51A1FA68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6322882" cy="54056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3627" b="1" i="0" kern="1200" dirty="0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82101185-F2A8-541E-B6FE-2CD9BAD9F9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771" y="831517"/>
            <a:ext cx="6322879" cy="46606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1" i="1" kern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rlow" panose="00000500000000000000" pitchFamily="2" charset="0"/>
                <a:ea typeface="Montserrat Hairline" charset="0"/>
                <a:cs typeface="Montserrat Hairline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5D8D9533-EB16-4A1E-B2D2-81CA05C81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5081" y="6426365"/>
            <a:ext cx="5985123" cy="219629"/>
          </a:xfrm>
          <a:prstGeom prst="rect">
            <a:avLst/>
          </a:prstGeom>
        </p:spPr>
        <p:txBody>
          <a:bodyPr/>
          <a:lstStyle>
            <a:lvl1pPr marL="12679" marR="5072" algn="l" defTabSz="914400" rtl="0" eaLnBrk="1" latinLnBrk="0" hangingPunct="1">
              <a:spcBef>
                <a:spcPts val="309"/>
              </a:spcBef>
              <a:defRPr lang="fr-FR" sz="1000" kern="1200" dirty="0" smtClean="0">
                <a:solidFill>
                  <a:srgbClr val="FFFFFF"/>
                </a:solidFill>
                <a:latin typeface="Barlow" panose="00000500000000000000" pitchFamily="2" charset="0"/>
                <a:ea typeface="+mn-ea"/>
                <a:cs typeface="Barlow-Medium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9161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07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700" r:id="rId8"/>
    <p:sldLayoutId id="2147483702" r:id="rId9"/>
    <p:sldLayoutId id="2147483703" r:id="rId10"/>
    <p:sldLayoutId id="2147483704" r:id="rId11"/>
    <p:sldLayoutId id="2147483706" r:id="rId12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14589" eaLnBrk="1" hangingPunct="1">
        <a:defRPr>
          <a:latin typeface="+mn-lt"/>
          <a:ea typeface="+mn-ea"/>
          <a:cs typeface="+mn-cs"/>
        </a:defRPr>
      </a:lvl2pPr>
      <a:lvl3pPr marL="829178" eaLnBrk="1" hangingPunct="1">
        <a:defRPr>
          <a:latin typeface="+mn-lt"/>
          <a:ea typeface="+mn-ea"/>
          <a:cs typeface="+mn-cs"/>
        </a:defRPr>
      </a:lvl3pPr>
      <a:lvl4pPr marL="1243767" eaLnBrk="1" hangingPunct="1">
        <a:defRPr>
          <a:latin typeface="+mn-lt"/>
          <a:ea typeface="+mn-ea"/>
          <a:cs typeface="+mn-cs"/>
        </a:defRPr>
      </a:lvl4pPr>
      <a:lvl5pPr marL="1658356" eaLnBrk="1" hangingPunct="1">
        <a:defRPr>
          <a:latin typeface="+mn-lt"/>
          <a:ea typeface="+mn-ea"/>
          <a:cs typeface="+mn-cs"/>
        </a:defRPr>
      </a:lvl5pPr>
      <a:lvl6pPr marL="2072945" eaLnBrk="1" hangingPunct="1">
        <a:defRPr>
          <a:latin typeface="+mn-lt"/>
          <a:ea typeface="+mn-ea"/>
          <a:cs typeface="+mn-cs"/>
        </a:defRPr>
      </a:lvl6pPr>
      <a:lvl7pPr marL="2487534" eaLnBrk="1" hangingPunct="1">
        <a:defRPr>
          <a:latin typeface="+mn-lt"/>
          <a:ea typeface="+mn-ea"/>
          <a:cs typeface="+mn-cs"/>
        </a:defRPr>
      </a:lvl7pPr>
      <a:lvl8pPr marL="2902123" eaLnBrk="1" hangingPunct="1">
        <a:defRPr>
          <a:latin typeface="+mn-lt"/>
          <a:ea typeface="+mn-ea"/>
          <a:cs typeface="+mn-cs"/>
        </a:defRPr>
      </a:lvl8pPr>
      <a:lvl9pPr marL="3316712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14589" eaLnBrk="1" hangingPunct="1">
        <a:defRPr>
          <a:latin typeface="+mn-lt"/>
          <a:ea typeface="+mn-ea"/>
          <a:cs typeface="+mn-cs"/>
        </a:defRPr>
      </a:lvl2pPr>
      <a:lvl3pPr marL="829178" eaLnBrk="1" hangingPunct="1">
        <a:defRPr>
          <a:latin typeface="+mn-lt"/>
          <a:ea typeface="+mn-ea"/>
          <a:cs typeface="+mn-cs"/>
        </a:defRPr>
      </a:lvl3pPr>
      <a:lvl4pPr marL="1243767" eaLnBrk="1" hangingPunct="1">
        <a:defRPr>
          <a:latin typeface="+mn-lt"/>
          <a:ea typeface="+mn-ea"/>
          <a:cs typeface="+mn-cs"/>
        </a:defRPr>
      </a:lvl4pPr>
      <a:lvl5pPr marL="1658356" eaLnBrk="1" hangingPunct="1">
        <a:defRPr>
          <a:latin typeface="+mn-lt"/>
          <a:ea typeface="+mn-ea"/>
          <a:cs typeface="+mn-cs"/>
        </a:defRPr>
      </a:lvl5pPr>
      <a:lvl6pPr marL="2072945" eaLnBrk="1" hangingPunct="1">
        <a:defRPr>
          <a:latin typeface="+mn-lt"/>
          <a:ea typeface="+mn-ea"/>
          <a:cs typeface="+mn-cs"/>
        </a:defRPr>
      </a:lvl6pPr>
      <a:lvl7pPr marL="2487534" eaLnBrk="1" hangingPunct="1">
        <a:defRPr>
          <a:latin typeface="+mn-lt"/>
          <a:ea typeface="+mn-ea"/>
          <a:cs typeface="+mn-cs"/>
        </a:defRPr>
      </a:lvl7pPr>
      <a:lvl8pPr marL="2902123" eaLnBrk="1" hangingPunct="1">
        <a:defRPr>
          <a:latin typeface="+mn-lt"/>
          <a:ea typeface="+mn-ea"/>
          <a:cs typeface="+mn-cs"/>
        </a:defRPr>
      </a:lvl8pPr>
      <a:lvl9pPr marL="3316712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0" Type="http://schemas.openxmlformats.org/officeDocument/2006/relationships/image" Target="../media/image23.emf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svg"/><Relationship Id="rId11" Type="http://schemas.openxmlformats.org/officeDocument/2006/relationships/image" Target="../media/image23.emf"/><Relationship Id="rId5" Type="http://schemas.openxmlformats.org/officeDocument/2006/relationships/image" Target="../media/image28.svg"/><Relationship Id="rId10" Type="http://schemas.openxmlformats.org/officeDocument/2006/relationships/image" Target="../media/image32.png"/><Relationship Id="rId4" Type="http://schemas.openxmlformats.org/officeDocument/2006/relationships/image" Target="../media/image27.sv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vdeslandes@kineis.com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466E1DF-EC48-5FD6-159B-0621262338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582" y="1132303"/>
            <a:ext cx="11616995" cy="616305"/>
          </a:xfrm>
        </p:spPr>
        <p:txBody>
          <a:bodyPr/>
          <a:lstStyle/>
          <a:p>
            <a:r>
              <a:rPr lang="fr-FR" sz="4400" err="1"/>
              <a:t>Kinéis</a:t>
            </a:r>
            <a:r>
              <a:rPr lang="fr-FR" sz="4400"/>
              <a:t> wide area network for satellite IoT</a:t>
            </a:r>
          </a:p>
          <a:p>
            <a:r>
              <a:rPr lang="fr-FR" sz="4400" b="0"/>
              <a:t>Performance and </a:t>
            </a:r>
            <a:r>
              <a:rPr lang="fr-FR" sz="4400" b="0" err="1"/>
              <a:t>protocol</a:t>
            </a:r>
            <a:r>
              <a:rPr lang="fr-FR" sz="4400" b="0"/>
              <a:t> optimisation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7E9B82-4707-F8ED-4902-FEC9CB87DC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982" y="5944325"/>
            <a:ext cx="10048875" cy="373063"/>
          </a:xfrm>
        </p:spPr>
        <p:txBody>
          <a:bodyPr/>
          <a:lstStyle/>
          <a:p>
            <a:r>
              <a:rPr lang="fr-FR" i="1"/>
              <a:t>NTN Days </a:t>
            </a:r>
            <a:r>
              <a:rPr lang="fr-FR" i="1" err="1"/>
              <a:t>Conference</a:t>
            </a:r>
            <a:r>
              <a:rPr lang="fr-FR" i="1"/>
              <a:t> –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2452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3436360C-3644-DD39-A244-4794361E4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901" y="-66731"/>
            <a:ext cx="4743099" cy="6236749"/>
          </a:xfrm>
          <a:prstGeom prst="rect">
            <a:avLst/>
          </a:prstGeom>
        </p:spPr>
      </p:pic>
      <p:pic>
        <p:nvPicPr>
          <p:cNvPr id="6" name="Image 5" descr="Une image contenant obscurité, espace, léger&#10;&#10;Description générée automatiquement">
            <a:extLst>
              <a:ext uri="{FF2B5EF4-FFF2-40B4-BE49-F238E27FC236}">
                <a16:creationId xmlns:a16="http://schemas.microsoft.com/office/drawing/2014/main" id="{BFCCAD47-4598-90C5-6714-095CA0D0756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2"/>
          <a:stretch/>
        </p:blipFill>
        <p:spPr>
          <a:xfrm>
            <a:off x="0" y="0"/>
            <a:ext cx="7790500" cy="623796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38CCCE4-18BB-D147-5F32-7419A3FB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82241"/>
            <a:ext cx="8344989" cy="540566"/>
          </a:xfrm>
        </p:spPr>
        <p:txBody>
          <a:bodyPr/>
          <a:lstStyle/>
          <a:p>
            <a:r>
              <a:rPr lang="fr-FR" err="1"/>
              <a:t>Kinéis</a:t>
            </a:r>
            <a:r>
              <a:rPr lang="fr-FR"/>
              <a:t> gen1 </a:t>
            </a:r>
            <a:r>
              <a:rPr lang="fr-FR" err="1"/>
              <a:t>connect</a:t>
            </a:r>
            <a:r>
              <a:rPr lang="fr-FR"/>
              <a:t> 100% of the </a:t>
            </a:r>
            <a:r>
              <a:rPr lang="fr-FR" err="1"/>
              <a:t>planet</a:t>
            </a:r>
            <a:r>
              <a:rPr lang="fr-FR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56F1A9-EBC3-5BD4-57BE-09D3FDAE8AF9}"/>
              </a:ext>
            </a:extLst>
          </p:cNvPr>
          <p:cNvSpPr txBox="1"/>
          <p:nvPr/>
        </p:nvSpPr>
        <p:spPr>
          <a:xfrm>
            <a:off x="684084" y="1005605"/>
            <a:ext cx="382211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25 satellites </a:t>
            </a:r>
            <a:r>
              <a:rPr lang="fr-FR">
                <a:solidFill>
                  <a:schemeClr val="bg1"/>
                </a:solidFill>
                <a:latin typeface="Barlow" panose="00000500000000000000" pitchFamily="2" charset="0"/>
              </a:rPr>
              <a:t>(5x5 planes)</a:t>
            </a:r>
          </a:p>
          <a:p>
            <a:endParaRPr lang="fr-FR" sz="105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20 </a:t>
            </a:r>
            <a:r>
              <a:rPr lang="fr-FR" sz="2000" b="1" err="1">
                <a:solidFill>
                  <a:schemeClr val="bg1"/>
                </a:solidFill>
                <a:latin typeface="Barlow" panose="00000500000000000000" pitchFamily="2" charset="0"/>
              </a:rPr>
              <a:t>ground</a:t>
            </a:r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 stations </a:t>
            </a:r>
          </a:p>
          <a:p>
            <a:endParaRPr lang="fr-FR" sz="105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Global IoT Network</a:t>
            </a:r>
          </a:p>
        </p:txBody>
      </p:sp>
      <p:pic>
        <p:nvPicPr>
          <p:cNvPr id="8" name="Espace réservé pour une image  73" descr="Une image contenant satellite, assis&#10;&#10;Description générée automatiquement">
            <a:extLst>
              <a:ext uri="{FF2B5EF4-FFF2-40B4-BE49-F238E27FC236}">
                <a16:creationId xmlns:a16="http://schemas.microsoft.com/office/drawing/2014/main" id="{1459307E-7B11-46FC-8EAC-D499829EE81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79924" y="1105048"/>
            <a:ext cx="2984863" cy="33579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31750"/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3619D8B-7867-4768-FFB8-7D35D6ABD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820" y="3781289"/>
            <a:ext cx="6506095" cy="23479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31750"/>
          </a:effectLst>
        </p:spPr>
      </p:pic>
      <p:pic>
        <p:nvPicPr>
          <p:cNvPr id="14" name="Image 13" descr="Une image contenant croquis, Graphique, symbole, conception&#10;&#10;Description générée automatiquement">
            <a:extLst>
              <a:ext uri="{FF2B5EF4-FFF2-40B4-BE49-F238E27FC236}">
                <a16:creationId xmlns:a16="http://schemas.microsoft.com/office/drawing/2014/main" id="{AF08D2AD-9854-0754-5425-701211D4A78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12" y="1484046"/>
            <a:ext cx="343786" cy="343786"/>
          </a:xfrm>
          <a:prstGeom prst="rect">
            <a:avLst/>
          </a:prstGeom>
        </p:spPr>
      </p:pic>
      <p:pic>
        <p:nvPicPr>
          <p:cNvPr id="16" name="Image 15" descr="Une image contenant conception, symbole, capture d’écran, logo&#10;&#10;Description générée automatiquement">
            <a:extLst>
              <a:ext uri="{FF2B5EF4-FFF2-40B4-BE49-F238E27FC236}">
                <a16:creationId xmlns:a16="http://schemas.microsoft.com/office/drawing/2014/main" id="{AD6479E1-D23F-8FE3-58AA-BA2433CD751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84" y="999321"/>
            <a:ext cx="433654" cy="433654"/>
          </a:xfrm>
          <a:prstGeom prst="rect">
            <a:avLst/>
          </a:prstGeom>
        </p:spPr>
      </p:pic>
      <p:pic>
        <p:nvPicPr>
          <p:cNvPr id="18" name="Image 17" descr="Une image contenant Graphique, symbole, clipart, Police&#10;&#10;Description générée automatiquement">
            <a:extLst>
              <a:ext uri="{FF2B5EF4-FFF2-40B4-BE49-F238E27FC236}">
                <a16:creationId xmlns:a16="http://schemas.microsoft.com/office/drawing/2014/main" id="{0BC98EDB-CC61-BEC2-1346-6071FA6B3EC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20" y="1941248"/>
            <a:ext cx="354768" cy="354768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E470A90C-EC94-4681-ACC6-34B18B6AB2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961" y="2933909"/>
            <a:ext cx="1878445" cy="851563"/>
          </a:xfrm>
          <a:prstGeom prst="rect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A1018563-14E2-6B1B-A989-B77E37970290}"/>
              </a:ext>
            </a:extLst>
          </p:cNvPr>
          <p:cNvSpPr txBox="1"/>
          <p:nvPr/>
        </p:nvSpPr>
        <p:spPr>
          <a:xfrm>
            <a:off x="711813" y="2411164"/>
            <a:ext cx="3103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Ki</a:t>
            </a:r>
            <a:r>
              <a:rPr lang="fr-FR" sz="2000">
                <a:solidFill>
                  <a:schemeClr val="bg1"/>
                </a:solidFill>
                <a:latin typeface="Barlow" panose="00000500000000000000" pitchFamily="2" charset="0"/>
              </a:rPr>
              <a:t>neis </a:t>
            </a:r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W</a:t>
            </a:r>
            <a:r>
              <a:rPr lang="fr-FR" sz="2000">
                <a:solidFill>
                  <a:schemeClr val="bg1"/>
                </a:solidFill>
                <a:latin typeface="Barlow" panose="00000500000000000000" pitchFamily="2" charset="0"/>
              </a:rPr>
              <a:t>ide </a:t>
            </a:r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A</a:t>
            </a:r>
            <a:r>
              <a:rPr lang="fr-FR" sz="2000">
                <a:solidFill>
                  <a:schemeClr val="bg1"/>
                </a:solidFill>
                <a:latin typeface="Barlow" panose="00000500000000000000" pitchFamily="2" charset="0"/>
              </a:rPr>
              <a:t>rea </a:t>
            </a:r>
            <a:r>
              <a:rPr lang="fr-FR" sz="2000" b="1">
                <a:solidFill>
                  <a:schemeClr val="bg1"/>
                </a:solidFill>
                <a:latin typeface="Barlow" panose="00000500000000000000" pitchFamily="2" charset="0"/>
              </a:rPr>
              <a:t>N</a:t>
            </a:r>
            <a:r>
              <a:rPr lang="fr-FR" sz="2000">
                <a:solidFill>
                  <a:schemeClr val="bg1"/>
                </a:solidFill>
                <a:latin typeface="Barlow" panose="00000500000000000000" pitchFamily="2" charset="0"/>
              </a:rPr>
              <a:t>etwork</a:t>
            </a:r>
          </a:p>
        </p:txBody>
      </p:sp>
      <p:pic>
        <p:nvPicPr>
          <p:cNvPr id="4" name="Picture 8" descr="White wireless icon - Free white wireless icons">
            <a:extLst>
              <a:ext uri="{FF2B5EF4-FFF2-40B4-BE49-F238E27FC236}">
                <a16:creationId xmlns:a16="http://schemas.microsoft.com/office/drawing/2014/main" id="{072674B2-0383-37EA-18D2-DD27DE8BC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97" y="2475935"/>
            <a:ext cx="273005" cy="27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7084B14-62E6-4DF8-E972-23CDD7FB14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49" y="6304693"/>
            <a:ext cx="6010276" cy="2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4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D9710-B7B5-BB6D-1BB5-3ECF4CC2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re 2">
            <a:extLst>
              <a:ext uri="{FF2B5EF4-FFF2-40B4-BE49-F238E27FC236}">
                <a16:creationId xmlns:a16="http://schemas.microsoft.com/office/drawing/2014/main" id="{2CE36098-84CA-6BFA-EE27-EA51A3FA87BB}"/>
              </a:ext>
            </a:extLst>
          </p:cNvPr>
          <p:cNvSpPr txBox="1">
            <a:spLocks/>
          </p:cNvSpPr>
          <p:nvPr/>
        </p:nvSpPr>
        <p:spPr>
          <a:xfrm>
            <a:off x="457199" y="239462"/>
            <a:ext cx="10964487" cy="540566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0"/>
              </a:spcBef>
            </a:pP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Network Challenges for gen2 system design</a:t>
            </a:r>
          </a:p>
        </p:txBody>
      </p:sp>
      <p:sp>
        <p:nvSpPr>
          <p:cNvPr id="400" name="Lesson card 1"/>
          <p:cNvSpPr/>
          <p:nvPr/>
        </p:nvSpPr>
        <p:spPr>
          <a:xfrm>
            <a:off x="457200" y="96520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177800" tIns="736600" rIns="177800" bIns="152400" anchor="t">
            <a:no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Barlow SemiBold"/>
              </a:rPr>
              <a:t>Satellite Low End IoT is a complex optimization problem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Barlow"/>
              </a:rPr>
              <a:t>Use cases range from mobile tracking to fixed command &amp; control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Barlow"/>
              </a:rPr>
              <a:t>Devices are half duplex, low cost, low power, small and often custom-built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Barlow"/>
              </a:rPr>
              <a:t>Satellites have limited spectrum, RF and processing power</a:t>
            </a:r>
          </a:p>
        </p:txBody>
      </p:sp>
      <p:sp>
        <p:nvSpPr>
          <p:cNvPr id="402" name="Lesson card 2"/>
          <p:cNvSpPr/>
          <p:nvPr/>
        </p:nvSpPr>
        <p:spPr>
          <a:xfrm>
            <a:off x="4267200" y="96520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177800" tIns="736600" rIns="177800" bIns="152400" anchor="t">
            <a:no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Barlow SemiBold"/>
              </a:rPr>
              <a:t>Protocol and waveform drive performance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Barlow"/>
              </a:rPr>
              <a:t>Reliable transmission is hard with uplink only and discontinuous coverage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Barlow"/>
              </a:rPr>
              <a:t>Users want configurability while the operator must guarantee stability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Barlow"/>
              </a:rPr>
              <a:t>Use cases require downlink both for signaling and data, which becomes the real bottleneck</a:t>
            </a:r>
          </a:p>
        </p:txBody>
      </p:sp>
      <p:sp>
        <p:nvSpPr>
          <p:cNvPr id="404" name="Lesson card 3"/>
          <p:cNvSpPr/>
          <p:nvPr/>
        </p:nvSpPr>
        <p:spPr>
          <a:xfrm>
            <a:off x="8077200" y="965200"/>
            <a:ext cx="3799242" cy="32004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177800" tIns="736600" rIns="177800" bIns="152400" anchor="t">
            <a:no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Barlow SemiBold"/>
              </a:rPr>
              <a:t>No existing standard covers all satellite IoT needs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 b="1">
                <a:solidFill>
                  <a:schemeClr val="bg1"/>
                </a:solidFill>
                <a:latin typeface="Barlow"/>
              </a:rPr>
              <a:t>NB-IoT</a:t>
            </a:r>
            <a:r>
              <a:rPr lang="en-US" sz="1400">
                <a:solidFill>
                  <a:schemeClr val="bg1"/>
                </a:solidFill>
                <a:latin typeface="Barlow"/>
              </a:rPr>
              <a:t> works, but is heavy and energy-hungry for payloads under 100 bytes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 b="1">
                <a:solidFill>
                  <a:schemeClr val="bg1"/>
                </a:solidFill>
                <a:latin typeface="Barlow"/>
              </a:rPr>
              <a:t>Pure random-access</a:t>
            </a:r>
            <a:r>
              <a:rPr lang="en-US" sz="1400">
                <a:solidFill>
                  <a:schemeClr val="bg1"/>
                </a:solidFill>
                <a:latin typeface="Barlow"/>
              </a:rPr>
              <a:t> protocols are non-standard and limited in configuration</a:t>
            </a:r>
          </a:p>
          <a:p>
            <a:pPr marL="171450" indent="-171450">
              <a:spcBef>
                <a:spcPts val="6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Barlow"/>
              </a:rPr>
              <a:t>For the </a:t>
            </a:r>
            <a:r>
              <a:rPr lang="en-US" sz="1400" b="1">
                <a:solidFill>
                  <a:schemeClr val="bg1"/>
                </a:solidFill>
                <a:latin typeface="Barlow"/>
              </a:rPr>
              <a:t>low end IoT</a:t>
            </a:r>
            <a:r>
              <a:rPr lang="en-US" sz="1400">
                <a:solidFill>
                  <a:schemeClr val="bg1"/>
                </a:solidFill>
                <a:latin typeface="Barlow"/>
              </a:rPr>
              <a:t>, a </a:t>
            </a:r>
            <a:r>
              <a:rPr lang="en-US" sz="1400" b="1">
                <a:solidFill>
                  <a:schemeClr val="bg1"/>
                </a:solidFill>
                <a:latin typeface="Barlow"/>
              </a:rPr>
              <a:t>new protocol </a:t>
            </a:r>
            <a:r>
              <a:rPr lang="en-US" sz="1400">
                <a:solidFill>
                  <a:schemeClr val="bg1"/>
                </a:solidFill>
                <a:latin typeface="Barlow"/>
              </a:rPr>
              <a:t>must combine the best of both</a:t>
            </a:r>
          </a:p>
        </p:txBody>
      </p:sp>
      <p:sp>
        <p:nvSpPr>
          <p:cNvPr id="406" name="Gen2 band"/>
          <p:cNvSpPr/>
          <p:nvPr/>
        </p:nvSpPr>
        <p:spPr>
          <a:xfrm>
            <a:off x="457200" y="4343400"/>
            <a:ext cx="11494546" cy="17018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E93676"/>
            </a:solidFill>
          </a:ln>
        </p:spPr>
        <p:txBody>
          <a:bodyPr wrap="square" lIns="177800" tIns="177800" rIns="177800" bIns="152400" anchor="t">
            <a:noAutofit/>
          </a:bodyPr>
          <a:lstStyle/>
          <a:p>
            <a:endParaRPr lang="en-US"/>
          </a:p>
        </p:txBody>
      </p:sp>
      <p:sp>
        <p:nvSpPr>
          <p:cNvPr id="407" name="Gen2 label"/>
          <p:cNvSpPr/>
          <p:nvPr/>
        </p:nvSpPr>
        <p:spPr>
          <a:xfrm>
            <a:off x="660400" y="3967480"/>
            <a:ext cx="3083560" cy="1701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US" sz="1400">
                <a:solidFill>
                  <a:srgbClr val="E93676"/>
                </a:solidFill>
                <a:latin typeface="Barlow SemiBold"/>
              </a:rPr>
              <a:t>NEXT</a:t>
            </a:r>
          </a:p>
          <a:p>
            <a:pPr>
              <a:lnSpc>
                <a:spcPct val="95000"/>
              </a:lnSpc>
              <a:buNone/>
            </a:pPr>
            <a:r>
              <a:rPr lang="en-US" sz="2000">
                <a:solidFill>
                  <a:schemeClr val="bg1"/>
                </a:solidFill>
                <a:latin typeface="Barlow SemiBold"/>
              </a:rPr>
              <a:t>Building </a:t>
            </a:r>
            <a:r>
              <a:rPr lang="en-US" sz="2000" err="1">
                <a:solidFill>
                  <a:schemeClr val="bg1"/>
                </a:solidFill>
                <a:latin typeface="Barlow SemiBold"/>
              </a:rPr>
              <a:t>Kinéis</a:t>
            </a:r>
            <a:r>
              <a:rPr lang="en-US" sz="2000">
                <a:solidFill>
                  <a:schemeClr val="bg1"/>
                </a:solidFill>
                <a:latin typeface="Barlow SemiBold"/>
              </a:rPr>
              <a:t> gen2  System and Protocol</a:t>
            </a:r>
          </a:p>
        </p:txBody>
      </p:sp>
      <p:sp>
        <p:nvSpPr>
          <p:cNvPr id="408" name="Gen2 divider"/>
          <p:cNvSpPr/>
          <p:nvPr/>
        </p:nvSpPr>
        <p:spPr>
          <a:xfrm>
            <a:off x="3789680" y="4592320"/>
            <a:ext cx="12700" cy="12446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wrap="square" lIns="177800" tIns="177800" rIns="177800" bIns="152400" anchor="t">
            <a:noAutofit/>
          </a:bodyPr>
          <a:lstStyle/>
          <a:p>
            <a:endParaRPr lang="en-US"/>
          </a:p>
        </p:txBody>
      </p:sp>
      <p:sp>
        <p:nvSpPr>
          <p:cNvPr id="409" name="Gen2 item 1"/>
          <p:cNvSpPr/>
          <p:nvPr/>
        </p:nvSpPr>
        <p:spPr>
          <a:xfrm>
            <a:off x="3698240" y="5222240"/>
            <a:ext cx="2540000" cy="965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 anchor="t">
            <a:noAutofit/>
          </a:bodyPr>
          <a:lstStyle/>
          <a:p>
            <a:pPr algn="ctr">
              <a:buNone/>
            </a:pPr>
            <a:r>
              <a:rPr lang="en-US" sz="1600">
                <a:solidFill>
                  <a:schemeClr val="bg1"/>
                </a:solidFill>
                <a:latin typeface="Barlow"/>
              </a:rPr>
              <a:t>Real-time connectivity with guaranteed QoS</a:t>
            </a:r>
          </a:p>
        </p:txBody>
      </p:sp>
      <p:sp>
        <p:nvSpPr>
          <p:cNvPr id="410" name="Gen2 item 2"/>
          <p:cNvSpPr/>
          <p:nvPr/>
        </p:nvSpPr>
        <p:spPr>
          <a:xfrm>
            <a:off x="6299200" y="5232400"/>
            <a:ext cx="2540000" cy="965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 anchor="t">
            <a:noAutofit/>
          </a:bodyPr>
          <a:lstStyle/>
          <a:p>
            <a:pPr algn="ctr">
              <a:buNone/>
            </a:pPr>
            <a:r>
              <a:rPr lang="en-US" sz="1600">
                <a:solidFill>
                  <a:schemeClr val="bg1"/>
                </a:solidFill>
                <a:latin typeface="Barlow"/>
              </a:rPr>
              <a:t>Massive random access, higher downlink capacity</a:t>
            </a:r>
          </a:p>
        </p:txBody>
      </p:sp>
      <p:sp>
        <p:nvSpPr>
          <p:cNvPr id="411" name="Gen2 item 3"/>
          <p:cNvSpPr/>
          <p:nvPr/>
        </p:nvSpPr>
        <p:spPr>
          <a:xfrm>
            <a:off x="8914357" y="5255291"/>
            <a:ext cx="2820443" cy="965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 anchor="t">
            <a:noAutofit/>
          </a:bodyPr>
          <a:lstStyle/>
          <a:p>
            <a:pPr algn="ctr">
              <a:buNone/>
            </a:pPr>
            <a:r>
              <a:rPr lang="en-US" sz="1600">
                <a:solidFill>
                  <a:schemeClr val="bg1"/>
                </a:solidFill>
                <a:latin typeface="Barlow"/>
              </a:rPr>
              <a:t>Cheaper modem and air-time Easier integration and use</a:t>
            </a:r>
          </a:p>
        </p:txBody>
      </p:sp>
      <p:sp>
        <p:nvSpPr>
          <p:cNvPr id="500" name="Icon disc 412"/>
          <p:cNvSpPr/>
          <p:nvPr/>
        </p:nvSpPr>
        <p:spPr>
          <a:xfrm>
            <a:off x="635000" y="1117600"/>
            <a:ext cx="558800" cy="558800"/>
          </a:xfrm>
          <a:prstGeom prst="ellipse">
            <a:avLst/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12" name="Graphic 412" descr="Puzzle pie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600" y="1219200"/>
            <a:ext cx="355600" cy="355600"/>
          </a:xfrm>
          <a:prstGeom prst="rect">
            <a:avLst/>
          </a:prstGeom>
        </p:spPr>
      </p:pic>
      <p:sp>
        <p:nvSpPr>
          <p:cNvPr id="501" name="Icon disc 413"/>
          <p:cNvSpPr/>
          <p:nvPr/>
        </p:nvSpPr>
        <p:spPr>
          <a:xfrm>
            <a:off x="4445000" y="1117600"/>
            <a:ext cx="558800" cy="558800"/>
          </a:xfrm>
          <a:prstGeom prst="ellipse">
            <a:avLst/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13" name="Graphic 413" descr="Satellite transmi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600" y="1219200"/>
            <a:ext cx="355600" cy="355600"/>
          </a:xfrm>
          <a:prstGeom prst="rect">
            <a:avLst/>
          </a:prstGeom>
        </p:spPr>
      </p:pic>
      <p:sp>
        <p:nvSpPr>
          <p:cNvPr id="502" name="Icon disc 414"/>
          <p:cNvSpPr/>
          <p:nvPr/>
        </p:nvSpPr>
        <p:spPr>
          <a:xfrm>
            <a:off x="8255000" y="1117600"/>
            <a:ext cx="558800" cy="558800"/>
          </a:xfrm>
          <a:prstGeom prst="ellipse">
            <a:avLst/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14" name="Graphic 414" descr="Standards check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600" y="1219200"/>
            <a:ext cx="355600" cy="355600"/>
          </a:xfrm>
          <a:prstGeom prst="rect">
            <a:avLst/>
          </a:prstGeom>
        </p:spPr>
      </p:pic>
      <p:sp>
        <p:nvSpPr>
          <p:cNvPr id="503" name="Icon disc 415"/>
          <p:cNvSpPr/>
          <p:nvPr/>
        </p:nvSpPr>
        <p:spPr>
          <a:xfrm>
            <a:off x="4656570" y="4724400"/>
            <a:ext cx="482600" cy="482600"/>
          </a:xfrm>
          <a:prstGeom prst="ellipse">
            <a:avLst/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15" name="Graphic 415" descr="Real-tim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5470" y="4813300"/>
            <a:ext cx="304800" cy="304800"/>
          </a:xfrm>
          <a:prstGeom prst="rect">
            <a:avLst/>
          </a:prstGeom>
        </p:spPr>
      </p:pic>
      <p:sp>
        <p:nvSpPr>
          <p:cNvPr id="504" name="Icon disc 416"/>
          <p:cNvSpPr/>
          <p:nvPr/>
        </p:nvSpPr>
        <p:spPr>
          <a:xfrm>
            <a:off x="7257530" y="4724400"/>
            <a:ext cx="482600" cy="482600"/>
          </a:xfrm>
          <a:prstGeom prst="ellipse">
            <a:avLst/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16" name="Graphic 416" descr="Massive access netwo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6430" y="4813300"/>
            <a:ext cx="304800" cy="304800"/>
          </a:xfrm>
          <a:prstGeom prst="rect">
            <a:avLst/>
          </a:prstGeom>
        </p:spPr>
      </p:pic>
      <p:sp>
        <p:nvSpPr>
          <p:cNvPr id="505" name="Icon disc 417"/>
          <p:cNvSpPr/>
          <p:nvPr/>
        </p:nvSpPr>
        <p:spPr>
          <a:xfrm>
            <a:off x="9949930" y="4724400"/>
            <a:ext cx="482600" cy="482600"/>
          </a:xfrm>
          <a:prstGeom prst="ellipse">
            <a:avLst/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17" name="Graphic 417" descr="Lower co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8830" y="4813300"/>
            <a:ext cx="304800" cy="3048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D30F817-63A9-2AC1-9423-F6DE10D133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54" y="6356047"/>
            <a:ext cx="6010276" cy="281541"/>
          </a:xfrm>
          <a:prstGeom prst="rect">
            <a:avLst/>
          </a:prstGeom>
        </p:spPr>
      </p:pic>
      <p:pic>
        <p:nvPicPr>
          <p:cNvPr id="9" name="Image 8" descr="All Products - MinewStore">
            <a:extLst>
              <a:ext uri="{FF2B5EF4-FFF2-40B4-BE49-F238E27FC236}">
                <a16:creationId xmlns:a16="http://schemas.microsoft.com/office/drawing/2014/main" id="{40032A5F-EAC1-F40F-3C7A-3243FBB028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3913" y="5328180"/>
            <a:ext cx="1022922" cy="36795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A86CCF4-E85F-B214-35E4-53DD62C4D7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381" y="5287540"/>
            <a:ext cx="1283004" cy="58162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3DCF8B0-34D9-83C2-3319-F2C2141A1DF0}"/>
              </a:ext>
            </a:extLst>
          </p:cNvPr>
          <p:cNvSpPr txBox="1"/>
          <p:nvPr/>
        </p:nvSpPr>
        <p:spPr>
          <a:xfrm>
            <a:off x="1609863" y="5420548"/>
            <a:ext cx="412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Barlow"/>
              </a:rPr>
              <a:t>r2</a:t>
            </a:r>
            <a:endParaRPr lang="fr-FR" b="1"/>
          </a:p>
        </p:txBody>
      </p:sp>
      <p:sp>
        <p:nvSpPr>
          <p:cNvPr id="14" name="Gen2 item 1">
            <a:extLst>
              <a:ext uri="{FF2B5EF4-FFF2-40B4-BE49-F238E27FC236}">
                <a16:creationId xmlns:a16="http://schemas.microsoft.com/office/drawing/2014/main" id="{1F9761BD-94D3-926C-A427-95F7333228E2}"/>
              </a:ext>
            </a:extLst>
          </p:cNvPr>
          <p:cNvSpPr/>
          <p:nvPr/>
        </p:nvSpPr>
        <p:spPr>
          <a:xfrm>
            <a:off x="699568" y="5678779"/>
            <a:ext cx="1303423" cy="4093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 anchor="t">
            <a:noAutofit/>
          </a:bodyPr>
          <a:lstStyle/>
          <a:p>
            <a:pPr algn="ctr">
              <a:buNone/>
            </a:pPr>
            <a:r>
              <a:rPr lang="en-US" sz="1400" i="1">
                <a:solidFill>
                  <a:schemeClr val="bg1"/>
                </a:solidFill>
                <a:latin typeface="Barlow"/>
              </a:rPr>
              <a:t>Low end IoT</a:t>
            </a:r>
          </a:p>
        </p:txBody>
      </p:sp>
      <p:sp>
        <p:nvSpPr>
          <p:cNvPr id="16" name="Gen2 item 1">
            <a:extLst>
              <a:ext uri="{FF2B5EF4-FFF2-40B4-BE49-F238E27FC236}">
                <a16:creationId xmlns:a16="http://schemas.microsoft.com/office/drawing/2014/main" id="{89A39EAB-320A-A06D-9F66-487E74796938}"/>
              </a:ext>
            </a:extLst>
          </p:cNvPr>
          <p:cNvSpPr/>
          <p:nvPr/>
        </p:nvSpPr>
        <p:spPr>
          <a:xfrm>
            <a:off x="2128725" y="5678779"/>
            <a:ext cx="1303423" cy="409340"/>
          </a:xfrm>
          <a:prstGeom prst="rect">
            <a:avLst/>
          </a:prstGeom>
          <a:noFill/>
          <a:ln>
            <a:noFill/>
          </a:ln>
        </p:spPr>
        <p:txBody>
          <a:bodyPr wrap="square" lIns="76200" tIns="50800" rIns="76200" bIns="50800" anchor="t">
            <a:noAutofit/>
          </a:bodyPr>
          <a:lstStyle/>
          <a:p>
            <a:pPr algn="ctr">
              <a:buNone/>
            </a:pPr>
            <a:r>
              <a:rPr lang="en-US" sz="1400" i="1">
                <a:solidFill>
                  <a:schemeClr val="bg1"/>
                </a:solidFill>
                <a:latin typeface="Barlow"/>
              </a:rPr>
              <a:t>5G/6G IoT</a:t>
            </a:r>
          </a:p>
        </p:txBody>
      </p:sp>
    </p:spTree>
    <p:extLst>
      <p:ext uri="{BB962C8B-B14F-4D97-AF65-F5344CB8AC3E}">
        <p14:creationId xmlns:p14="http://schemas.microsoft.com/office/powerpoint/2010/main" val="13665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677D-23F4-9FE5-3384-5D4798C4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re 2">
            <a:extLst>
              <a:ext uri="{FF2B5EF4-FFF2-40B4-BE49-F238E27FC236}">
                <a16:creationId xmlns:a16="http://schemas.microsoft.com/office/drawing/2014/main" id="{66ED3ABA-3E3F-42B4-9374-2A2CAF038649}"/>
              </a:ext>
            </a:extLst>
          </p:cNvPr>
          <p:cNvSpPr txBox="1">
            <a:spLocks/>
          </p:cNvSpPr>
          <p:nvPr/>
        </p:nvSpPr>
        <p:spPr>
          <a:xfrm>
            <a:off x="204527" y="239462"/>
            <a:ext cx="11266113" cy="540566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0"/>
              </a:spcBef>
            </a:pPr>
            <a:r>
              <a:rPr lang="fr-FR" sz="31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kiWAN</a:t>
            </a: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r2 PHY layer: Optimal </a:t>
            </a:r>
            <a:r>
              <a:rPr lang="fr-FR" sz="31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efficiency</a:t>
            </a: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over the RA </a:t>
            </a:r>
            <a:r>
              <a:rPr lang="fr-FR" sz="31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channel</a:t>
            </a:r>
            <a:endParaRPr lang="fr-FR" sz="3100" b="1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</a:endParaRPr>
          </a:p>
        </p:txBody>
      </p:sp>
      <p:sp>
        <p:nvSpPr>
          <p:cNvPr id="501" name="Card 1"/>
          <p:cNvSpPr/>
          <p:nvPr/>
        </p:nvSpPr>
        <p:spPr>
          <a:xfrm>
            <a:off x="304800" y="965200"/>
            <a:ext cx="2781300" cy="5003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" name="Card 1 rule"/>
          <p:cNvSpPr/>
          <p:nvPr/>
        </p:nvSpPr>
        <p:spPr>
          <a:xfrm>
            <a:off x="304800" y="965200"/>
            <a:ext cx="2781300" cy="38100"/>
          </a:xfrm>
          <a:prstGeom prst="rect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Card 1 disc"/>
          <p:cNvSpPr/>
          <p:nvPr/>
        </p:nvSpPr>
        <p:spPr>
          <a:xfrm>
            <a:off x="508000" y="1219200"/>
            <a:ext cx="508000" cy="508000"/>
          </a:xfrm>
          <a:prstGeom prst="ellipse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5" name="Card 1 title"/>
          <p:cNvSpPr txBox="1"/>
          <p:nvPr/>
        </p:nvSpPr>
        <p:spPr>
          <a:xfrm>
            <a:off x="1181100" y="1282700"/>
            <a:ext cx="23749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FFFF"/>
                </a:solidFill>
                <a:latin typeface="Barlow"/>
              </a:rPr>
              <a:t>Benchmark PHY candidates</a:t>
            </a:r>
          </a:p>
        </p:txBody>
      </p:sp>
      <p:sp>
        <p:nvSpPr>
          <p:cNvPr id="506" name="Card 1 desc"/>
          <p:cNvSpPr txBox="1"/>
          <p:nvPr/>
        </p:nvSpPr>
        <p:spPr>
          <a:xfrm>
            <a:off x="508000" y="2304747"/>
            <a:ext cx="2374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6E9EE"/>
                </a:solidFill>
                <a:latin typeface="Barlow"/>
              </a:rPr>
              <a:t>Classical and novel PHY layers, evaluated on:</a:t>
            </a:r>
          </a:p>
        </p:txBody>
      </p:sp>
      <p:sp>
        <p:nvSpPr>
          <p:cNvPr id="507" name="Card 1 list"/>
          <p:cNvSpPr txBox="1"/>
          <p:nvPr/>
        </p:nvSpPr>
        <p:spPr>
          <a:xfrm>
            <a:off x="552450" y="3093185"/>
            <a:ext cx="23749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3676"/>
              </a:buClr>
              <a:buFont typeface="Arial"/>
              <a:buChar char="•"/>
            </a:pPr>
            <a:r>
              <a:rPr lang="en-US" sz="1600" b="1">
                <a:solidFill>
                  <a:srgbClr val="FFFFFF"/>
                </a:solidFill>
                <a:latin typeface="Barlow"/>
              </a:rPr>
              <a:t>Energy efficiency</a:t>
            </a:r>
          </a:p>
          <a:p>
            <a:pPr marL="152400" indent="-152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E93676"/>
              </a:buClr>
              <a:buFont typeface="Arial"/>
              <a:buChar char="•"/>
            </a:pPr>
            <a:r>
              <a:rPr lang="en-US" sz="1600" b="1">
                <a:solidFill>
                  <a:srgbClr val="FFFFFF"/>
                </a:solidFill>
                <a:latin typeface="Barlow"/>
              </a:rPr>
              <a:t>Robustness</a:t>
            </a:r>
            <a:r>
              <a:rPr lang="en-US" sz="1600">
                <a:solidFill>
                  <a:srgbClr val="FFFFFF"/>
                </a:solidFill>
                <a:latin typeface="Barlow"/>
              </a:rPr>
              <a:t> to jamming and coexistence with legacy signals</a:t>
            </a:r>
          </a:p>
          <a:p>
            <a:pPr marL="152400" indent="-152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E93676"/>
              </a:buCl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Barlow"/>
              </a:rPr>
              <a:t>Receiver </a:t>
            </a:r>
            <a:r>
              <a:rPr lang="en-US" sz="1600" b="1">
                <a:solidFill>
                  <a:srgbClr val="FFFFFF"/>
                </a:solidFill>
                <a:latin typeface="Barlow"/>
              </a:rPr>
              <a:t>complexity</a:t>
            </a:r>
          </a:p>
          <a:p>
            <a:pPr marL="152400" indent="-152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E93676"/>
              </a:buClr>
              <a:buFont typeface="Arial"/>
              <a:buChar char="•"/>
            </a:pPr>
            <a:r>
              <a:rPr lang="en-US" sz="1600" b="1">
                <a:solidFill>
                  <a:srgbClr val="FFFFFF"/>
                </a:solidFill>
                <a:latin typeface="Barlow"/>
              </a:rPr>
              <a:t>Spectral efficiency </a:t>
            </a:r>
            <a:r>
              <a:rPr lang="en-US" sz="1600">
                <a:solidFill>
                  <a:srgbClr val="FFFFFF"/>
                </a:solidFill>
                <a:latin typeface="Barlow"/>
              </a:rPr>
              <a:t>in multiple random access</a:t>
            </a:r>
          </a:p>
        </p:txBody>
      </p:sp>
      <p:sp>
        <p:nvSpPr>
          <p:cNvPr id="508" name="Card 2"/>
          <p:cNvSpPr/>
          <p:nvPr/>
        </p:nvSpPr>
        <p:spPr>
          <a:xfrm>
            <a:off x="3238500" y="965200"/>
            <a:ext cx="2781300" cy="5003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9" name="Card 2 rule"/>
          <p:cNvSpPr/>
          <p:nvPr/>
        </p:nvSpPr>
        <p:spPr>
          <a:xfrm>
            <a:off x="3238500" y="965200"/>
            <a:ext cx="2781300" cy="38100"/>
          </a:xfrm>
          <a:prstGeom prst="rect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0" name="Card 2 disc"/>
          <p:cNvSpPr/>
          <p:nvPr/>
        </p:nvSpPr>
        <p:spPr>
          <a:xfrm>
            <a:off x="3441700" y="1219200"/>
            <a:ext cx="508000" cy="508000"/>
          </a:xfrm>
          <a:prstGeom prst="ellipse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2" name="Card 2 title"/>
          <p:cNvSpPr txBox="1"/>
          <p:nvPr/>
        </p:nvSpPr>
        <p:spPr>
          <a:xfrm>
            <a:off x="4152900" y="1157450"/>
            <a:ext cx="21844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FFFF"/>
                </a:solidFill>
                <a:latin typeface="Barlow"/>
              </a:rPr>
              <a:t>Bring LoRa to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FFFF"/>
                </a:solidFill>
                <a:latin typeface="Barlow"/>
              </a:rPr>
              <a:t>satellite operator context</a:t>
            </a:r>
          </a:p>
        </p:txBody>
      </p:sp>
      <p:sp>
        <p:nvSpPr>
          <p:cNvPr id="513" name="Card 2 desc"/>
          <p:cNvSpPr txBox="1"/>
          <p:nvPr/>
        </p:nvSpPr>
        <p:spPr>
          <a:xfrm>
            <a:off x="3458642" y="2320773"/>
            <a:ext cx="2374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6E9EE"/>
                </a:solidFill>
                <a:latin typeface="Barlow"/>
              </a:rPr>
              <a:t>Adaptation of LoRa to licensed spectrum:</a:t>
            </a:r>
          </a:p>
        </p:txBody>
      </p:sp>
      <p:sp>
        <p:nvSpPr>
          <p:cNvPr id="514" name="Card 2 chip 1"/>
          <p:cNvSpPr/>
          <p:nvPr/>
        </p:nvSpPr>
        <p:spPr>
          <a:xfrm>
            <a:off x="3403600" y="3076906"/>
            <a:ext cx="965200" cy="355600"/>
          </a:xfrm>
          <a:prstGeom prst="roundRect">
            <a:avLst>
              <a:gd name="adj" fmla="val 50000"/>
            </a:avLst>
          </a:prstGeom>
          <a:solidFill>
            <a:srgbClr val="E93676">
              <a:alpha val="18000"/>
            </a:srgbClr>
          </a:solidFill>
          <a:ln w="12700">
            <a:solidFill>
              <a:srgbClr val="E93676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Barlow"/>
              </a:rPr>
              <a:t>UHF</a:t>
            </a:r>
          </a:p>
        </p:txBody>
      </p:sp>
      <p:sp>
        <p:nvSpPr>
          <p:cNvPr id="515" name="Card 2 chip 2"/>
          <p:cNvSpPr/>
          <p:nvPr/>
        </p:nvSpPr>
        <p:spPr>
          <a:xfrm>
            <a:off x="4470400" y="3076906"/>
            <a:ext cx="1117600" cy="355600"/>
          </a:xfrm>
          <a:prstGeom prst="roundRect">
            <a:avLst>
              <a:gd name="adj" fmla="val 50000"/>
            </a:avLst>
          </a:prstGeom>
          <a:solidFill>
            <a:srgbClr val="E93676">
              <a:alpha val="18000"/>
            </a:srgbClr>
          </a:solidFill>
          <a:ln w="12700">
            <a:solidFill>
              <a:srgbClr val="E93676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Barlow"/>
              </a:rPr>
              <a:t>L &amp; S band</a:t>
            </a:r>
          </a:p>
        </p:txBody>
      </p:sp>
      <p:sp>
        <p:nvSpPr>
          <p:cNvPr id="516" name="Card 3"/>
          <p:cNvSpPr/>
          <p:nvPr/>
        </p:nvSpPr>
        <p:spPr>
          <a:xfrm>
            <a:off x="6172200" y="974825"/>
            <a:ext cx="2781300" cy="5003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7" name="Card 3 rule"/>
          <p:cNvSpPr/>
          <p:nvPr/>
        </p:nvSpPr>
        <p:spPr>
          <a:xfrm>
            <a:off x="6172200" y="965200"/>
            <a:ext cx="2781300" cy="38100"/>
          </a:xfrm>
          <a:prstGeom prst="rect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8" name="Card 3 disc"/>
          <p:cNvSpPr/>
          <p:nvPr/>
        </p:nvSpPr>
        <p:spPr>
          <a:xfrm>
            <a:off x="6375400" y="1219200"/>
            <a:ext cx="508000" cy="508000"/>
          </a:xfrm>
          <a:prstGeom prst="ellipse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0" name="Card 3 title"/>
          <p:cNvSpPr txBox="1"/>
          <p:nvPr/>
        </p:nvSpPr>
        <p:spPr>
          <a:xfrm>
            <a:off x="7086600" y="1303020"/>
            <a:ext cx="23749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FFFF"/>
                </a:solidFill>
                <a:latin typeface="Barlow"/>
              </a:rPr>
              <a:t>Optimize coded waveforms</a:t>
            </a:r>
          </a:p>
        </p:txBody>
      </p:sp>
      <p:sp>
        <p:nvSpPr>
          <p:cNvPr id="521" name="Card 3 desc"/>
          <p:cNvSpPr txBox="1"/>
          <p:nvPr/>
        </p:nvSpPr>
        <p:spPr>
          <a:xfrm>
            <a:off x="6407150" y="2210926"/>
            <a:ext cx="2374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sz="1600">
                <a:solidFill>
                  <a:srgbClr val="D5DAE2"/>
                </a:solidFill>
                <a:latin typeface="Barlow"/>
              </a:rPr>
              <a:t>Ultra-narrowband and spread spectrum for all </a:t>
            </a:r>
            <a:r>
              <a:rPr lang="en-US" sz="1600">
                <a:solidFill>
                  <a:srgbClr val="E6E9EE"/>
                </a:solidFill>
                <a:latin typeface="Barlow"/>
              </a:rPr>
              <a:t>IoT use cases:</a:t>
            </a:r>
          </a:p>
        </p:txBody>
      </p:sp>
      <p:sp>
        <p:nvSpPr>
          <p:cNvPr id="522" name="Card 3 chip 1"/>
          <p:cNvSpPr/>
          <p:nvPr/>
        </p:nvSpPr>
        <p:spPr>
          <a:xfrm>
            <a:off x="6375400" y="3394711"/>
            <a:ext cx="762000" cy="355600"/>
          </a:xfrm>
          <a:prstGeom prst="roundRect">
            <a:avLst>
              <a:gd name="adj" fmla="val 50000"/>
            </a:avLst>
          </a:prstGeom>
          <a:solidFill>
            <a:srgbClr val="E93676">
              <a:alpha val="18000"/>
            </a:srgbClr>
          </a:solidFill>
          <a:ln w="12700">
            <a:solidFill>
              <a:srgbClr val="E93676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Barlow"/>
              </a:rPr>
              <a:t>UNB</a:t>
            </a:r>
          </a:p>
        </p:txBody>
      </p:sp>
      <p:sp>
        <p:nvSpPr>
          <p:cNvPr id="523" name="Card 3 chip 2"/>
          <p:cNvSpPr/>
          <p:nvPr/>
        </p:nvSpPr>
        <p:spPr>
          <a:xfrm>
            <a:off x="7213600" y="3394711"/>
            <a:ext cx="787400" cy="355600"/>
          </a:xfrm>
          <a:prstGeom prst="roundRect">
            <a:avLst>
              <a:gd name="adj" fmla="val 50000"/>
            </a:avLst>
          </a:prstGeom>
          <a:solidFill>
            <a:srgbClr val="E93676">
              <a:alpha val="18000"/>
            </a:srgbClr>
          </a:solidFill>
          <a:ln w="12700">
            <a:solidFill>
              <a:srgbClr val="E93676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Barlow"/>
              </a:rPr>
              <a:t>FHSS</a:t>
            </a:r>
          </a:p>
        </p:txBody>
      </p:sp>
      <p:sp>
        <p:nvSpPr>
          <p:cNvPr id="524" name="Card 3 chip 3"/>
          <p:cNvSpPr/>
          <p:nvPr/>
        </p:nvSpPr>
        <p:spPr>
          <a:xfrm>
            <a:off x="8077200" y="3394711"/>
            <a:ext cx="787400" cy="355600"/>
          </a:xfrm>
          <a:prstGeom prst="roundRect">
            <a:avLst>
              <a:gd name="adj" fmla="val 50000"/>
            </a:avLst>
          </a:prstGeom>
          <a:solidFill>
            <a:srgbClr val="E93676">
              <a:alpha val="18000"/>
            </a:srgbClr>
          </a:solidFill>
          <a:ln w="12700">
            <a:solidFill>
              <a:srgbClr val="E93676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Barlow"/>
              </a:rPr>
              <a:t>DSSS</a:t>
            </a:r>
          </a:p>
        </p:txBody>
      </p:sp>
      <p:sp>
        <p:nvSpPr>
          <p:cNvPr id="525" name="Card 3 note"/>
          <p:cNvSpPr txBox="1"/>
          <p:nvPr/>
        </p:nvSpPr>
        <p:spPr>
          <a:xfrm>
            <a:off x="6388100" y="3369310"/>
            <a:ext cx="2374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>
              <a:solidFill>
                <a:srgbClr val="D5DAE2"/>
              </a:solidFill>
              <a:latin typeface="Barlow"/>
            </a:endParaRPr>
          </a:p>
        </p:txBody>
      </p:sp>
      <p:sp>
        <p:nvSpPr>
          <p:cNvPr id="526" name="Card 4"/>
          <p:cNvSpPr/>
          <p:nvPr/>
        </p:nvSpPr>
        <p:spPr>
          <a:xfrm>
            <a:off x="9105900" y="965200"/>
            <a:ext cx="2781300" cy="50038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7" name="Card 4 rule"/>
          <p:cNvSpPr/>
          <p:nvPr/>
        </p:nvSpPr>
        <p:spPr>
          <a:xfrm>
            <a:off x="9105900" y="965200"/>
            <a:ext cx="2781300" cy="38100"/>
          </a:xfrm>
          <a:prstGeom prst="rect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8" name="Card 4 disc"/>
          <p:cNvSpPr/>
          <p:nvPr/>
        </p:nvSpPr>
        <p:spPr>
          <a:xfrm>
            <a:off x="9309100" y="1219200"/>
            <a:ext cx="508000" cy="508000"/>
          </a:xfrm>
          <a:prstGeom prst="ellipse">
            <a:avLst/>
          </a:prstGeom>
          <a:solidFill>
            <a:srgbClr val="E93676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0" name="Card 4 title"/>
          <p:cNvSpPr txBox="1"/>
          <p:nvPr/>
        </p:nvSpPr>
        <p:spPr>
          <a:xfrm>
            <a:off x="9931400" y="1282700"/>
            <a:ext cx="23749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FFFF"/>
                </a:solidFill>
                <a:latin typeface="Barlow"/>
              </a:rPr>
              <a:t>Design advanced receivers</a:t>
            </a:r>
          </a:p>
        </p:txBody>
      </p:sp>
      <p:sp>
        <p:nvSpPr>
          <p:cNvPr id="531" name="Card 4 desc"/>
          <p:cNvSpPr txBox="1"/>
          <p:nvPr/>
        </p:nvSpPr>
        <p:spPr>
          <a:xfrm>
            <a:off x="9293860" y="2221478"/>
            <a:ext cx="2374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6E9EE"/>
                </a:solidFill>
                <a:latin typeface="Barlow"/>
              </a:rPr>
              <a:t>New receivers, designed for:</a:t>
            </a:r>
          </a:p>
        </p:txBody>
      </p:sp>
      <p:sp>
        <p:nvSpPr>
          <p:cNvPr id="532" name="Card 4 list"/>
          <p:cNvSpPr txBox="1"/>
          <p:nvPr/>
        </p:nvSpPr>
        <p:spPr>
          <a:xfrm>
            <a:off x="9264650" y="2891004"/>
            <a:ext cx="23749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3676"/>
              </a:buCl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Barlow"/>
              </a:rPr>
              <a:t>Robust processing of coded GMSK signals</a:t>
            </a:r>
          </a:p>
          <a:p>
            <a:pPr marL="152400" indent="-152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E93676"/>
              </a:buCl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Barlow"/>
              </a:rPr>
              <a:t>Multi-user detection in UNB and DSSS contexts</a:t>
            </a:r>
          </a:p>
          <a:p>
            <a:pPr marL="152400" indent="-152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E93676"/>
              </a:buCl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Barlow"/>
              </a:rPr>
              <a:t>Co-channel interference mitigation</a:t>
            </a:r>
          </a:p>
        </p:txBody>
      </p:sp>
      <p:pic>
        <p:nvPicPr>
          <p:cNvPr id="533" name="Graphic 533" descr="Bench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300" y="1333500"/>
            <a:ext cx="279400" cy="279400"/>
          </a:xfrm>
          <a:prstGeom prst="rect">
            <a:avLst/>
          </a:prstGeom>
        </p:spPr>
      </p:pic>
      <p:pic>
        <p:nvPicPr>
          <p:cNvPr id="534" name="Graphic 534" descr="Licensed band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0" y="1333500"/>
            <a:ext cx="279400" cy="279400"/>
          </a:xfrm>
          <a:prstGeom prst="rect">
            <a:avLst/>
          </a:prstGeom>
        </p:spPr>
      </p:pic>
      <p:pic>
        <p:nvPicPr>
          <p:cNvPr id="535" name="Graphic 535" descr="Waveform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9700" y="1333500"/>
            <a:ext cx="279400" cy="279400"/>
          </a:xfrm>
          <a:prstGeom prst="rect">
            <a:avLst/>
          </a:prstGeom>
        </p:spPr>
      </p:pic>
      <p:pic>
        <p:nvPicPr>
          <p:cNvPr id="536" name="Graphic 536" descr="Receiv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3400" y="1333500"/>
            <a:ext cx="279400" cy="2794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D0EFBA1-A360-BF89-22BF-AB70CADE68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54" y="6356047"/>
            <a:ext cx="6010276" cy="281541"/>
          </a:xfrm>
          <a:prstGeom prst="rect">
            <a:avLst/>
          </a:prstGeom>
        </p:spPr>
      </p:pic>
      <p:sp>
        <p:nvSpPr>
          <p:cNvPr id="2" name="Card 2 desc">
            <a:extLst>
              <a:ext uri="{FF2B5EF4-FFF2-40B4-BE49-F238E27FC236}">
                <a16:creationId xmlns:a16="http://schemas.microsoft.com/office/drawing/2014/main" id="{DA7565E4-4869-C6EF-3158-398F53A1F226}"/>
              </a:ext>
            </a:extLst>
          </p:cNvPr>
          <p:cNvSpPr txBox="1"/>
          <p:nvPr/>
        </p:nvSpPr>
        <p:spPr>
          <a:xfrm>
            <a:off x="3403600" y="3764208"/>
            <a:ext cx="2374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sz="1600" err="1">
                <a:solidFill>
                  <a:srgbClr val="E6E9EE"/>
                </a:solidFill>
                <a:latin typeface="Barlow"/>
              </a:rPr>
              <a:t>Optimisation</a:t>
            </a:r>
            <a:r>
              <a:rPr lang="en-US" sz="1600">
                <a:solidFill>
                  <a:srgbClr val="E6E9EE"/>
                </a:solidFill>
                <a:latin typeface="Barlow"/>
              </a:rPr>
              <a:t> of waveform for </a:t>
            </a:r>
            <a:r>
              <a:rPr lang="en-US" sz="1600" b="1">
                <a:solidFill>
                  <a:srgbClr val="FFFFFF"/>
                </a:solidFill>
                <a:latin typeface="Barlow"/>
              </a:rPr>
              <a:t>full duplex, licensed bands</a:t>
            </a:r>
            <a:endParaRPr lang="en-US" sz="1600">
              <a:solidFill>
                <a:srgbClr val="E6E9EE"/>
              </a:solidFill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422416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9ACB-E94C-8AA3-5C6D-57AD7EF99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re 2">
            <a:extLst>
              <a:ext uri="{FF2B5EF4-FFF2-40B4-BE49-F238E27FC236}">
                <a16:creationId xmlns:a16="http://schemas.microsoft.com/office/drawing/2014/main" id="{1F1A0E2B-83F9-F3DE-880D-9A236246F451}"/>
              </a:ext>
            </a:extLst>
          </p:cNvPr>
          <p:cNvSpPr txBox="1">
            <a:spLocks/>
          </p:cNvSpPr>
          <p:nvPr/>
        </p:nvSpPr>
        <p:spPr>
          <a:xfrm>
            <a:off x="204527" y="239462"/>
            <a:ext cx="10186381" cy="540566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0"/>
              </a:spcBef>
            </a:pPr>
            <a:r>
              <a:rPr lang="fr-FR" sz="31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kiWAN</a:t>
            </a: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r2: discipline </a:t>
            </a:r>
            <a:r>
              <a:rPr lang="fr-FR" sz="31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between</a:t>
            </a: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RA and DAMA</a:t>
            </a:r>
          </a:p>
        </p:txBody>
      </p:sp>
      <p:graphicFrame>
        <p:nvGraphicFramePr>
          <p:cNvPr id="2" name="Protoco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981767"/>
              </p:ext>
            </p:extLst>
          </p:nvPr>
        </p:nvGraphicFramePr>
        <p:xfrm>
          <a:off x="457200" y="2788920"/>
          <a:ext cx="11277600" cy="3429000"/>
        </p:xfrm>
        <a:graphic>
          <a:graphicData uri="http://schemas.openxmlformats.org/drawingml/2006/table">
            <a:tbl>
              <a:tblPr first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 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>
                          <a:alpha val="4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Free transmission</a:t>
                      </a:r>
                    </a:p>
                    <a:p>
                      <a:pPr algn="ctr"/>
                      <a:r>
                        <a:rPr lang="en-US" sz="1300">
                          <a:solidFill>
                            <a:srgbClr val="A9B3C6"/>
                          </a:solidFill>
                          <a:latin typeface="Barlow"/>
                        </a:rPr>
                        <a:t>LoRaWAN, Argos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>
                          <a:alpha val="4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93676"/>
                          </a:solidFill>
                          <a:latin typeface="Barlow SemiBold"/>
                        </a:rPr>
                        <a:t>Disciplined</a:t>
                      </a:r>
                    </a:p>
                    <a:p>
                      <a:pPr algn="ctr"/>
                      <a:r>
                        <a:rPr lang="en-US" sz="1300">
                          <a:solidFill>
                            <a:srgbClr val="A9B3C6"/>
                          </a:solidFill>
                          <a:latin typeface="Barlow"/>
                        </a:rPr>
                        <a:t>kiWAN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>
                          <a:alpha val="4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Connected</a:t>
                      </a:r>
                    </a:p>
                    <a:p>
                      <a:pPr algn="ctr"/>
                      <a:r>
                        <a:rPr lang="en-US" sz="1300">
                          <a:solidFill>
                            <a:srgbClr val="A9B3C6"/>
                          </a:solidFill>
                          <a:latin typeface="Barlow"/>
                        </a:rPr>
                        <a:t>NB-IoT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>
                          <a:alpha val="4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Best efficiency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>
                          <a:alpha val="4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&lt;100 bytes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>
                          <a:alpha val="4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&lt;500 bytes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>
                          <a:alpha val="4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&gt;500 bytes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>
                          <a:alpha val="4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Access scheme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Random access (RA)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Random access (RA)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Assigned (DAMA)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System duplex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Half duplex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Full duplex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Full duplex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Connection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None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None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Double handshake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Uplink ack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Optional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Optional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Mandatory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User configurability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Very open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"/>
                        </a:rPr>
                        <a:t>Open, under control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None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Load control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Yes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Priority management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Yes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Link adaptation (ADR)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Yes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Yes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FFFFF">
                          <a:alpha val="15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Interference management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latin typeface="Barlow SemiBold"/>
                        </a:rPr>
                        <a:t>Yes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E93676">
                        <a:alpha val="1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A9B3C6"/>
                          </a:solidFill>
                          <a:latin typeface="Barlow"/>
                        </a:rPr>
                        <a:t>No</a:t>
                      </a:r>
                    </a:p>
                  </a:txBody>
                  <a:tcPr marL="1016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FFFFF">
                          <a:alpha val="1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D08AFB8E-B7DA-C371-4EAF-DB91976CC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54" y="6356047"/>
            <a:ext cx="6010276" cy="281541"/>
          </a:xfrm>
          <a:prstGeom prst="rect">
            <a:avLst/>
          </a:prstGeom>
        </p:spPr>
      </p:pic>
      <p:sp>
        <p:nvSpPr>
          <p:cNvPr id="5" name="Synthesis heading">
            <a:extLst>
              <a:ext uri="{FF2B5EF4-FFF2-40B4-BE49-F238E27FC236}">
                <a16:creationId xmlns:a16="http://schemas.microsoft.com/office/drawing/2014/main" id="{5A4A179A-5B90-7E51-9DE0-057DBC66CD7A}"/>
              </a:ext>
            </a:extLst>
          </p:cNvPr>
          <p:cNvSpPr txBox="1"/>
          <p:nvPr/>
        </p:nvSpPr>
        <p:spPr>
          <a:xfrm>
            <a:off x="558800" y="1324913"/>
            <a:ext cx="2590800" cy="1549400"/>
          </a:xfrm>
          <a:prstGeom prst="rect">
            <a:avLst/>
          </a:prstGeom>
          <a:noFill/>
        </p:spPr>
        <p:txBody>
          <a:bodyPr wrap="square" lIns="101600" tIns="114300" rIns="0" bIns="0" anchor="t">
            <a:noAutofit/>
          </a:bodyPr>
          <a:lstStyle/>
          <a:p>
            <a:pPr>
              <a:lnSpc>
                <a:spcPct val="95000"/>
              </a:lnSpc>
              <a:buNone/>
            </a:pPr>
            <a:r>
              <a:rPr lang="en-US" err="1">
                <a:solidFill>
                  <a:schemeClr val="bg1"/>
                </a:solidFill>
                <a:latin typeface="Barlow SemiBold"/>
              </a:rPr>
              <a:t>kiWAN</a:t>
            </a:r>
            <a:r>
              <a:rPr lang="en-US">
                <a:solidFill>
                  <a:schemeClr val="bg1"/>
                </a:solidFill>
                <a:latin typeface="Barlow SemiBold"/>
              </a:rPr>
              <a:t> r2 shall keep random access and adds network control, resiliency and flexibility</a:t>
            </a:r>
          </a:p>
        </p:txBody>
      </p:sp>
      <p:sp>
        <p:nvSpPr>
          <p:cNvPr id="7" name="Synthesis Free">
            <a:extLst>
              <a:ext uri="{FF2B5EF4-FFF2-40B4-BE49-F238E27FC236}">
                <a16:creationId xmlns:a16="http://schemas.microsoft.com/office/drawing/2014/main" id="{788AE531-DA82-18D6-6199-1598013AC382}"/>
              </a:ext>
            </a:extLst>
          </p:cNvPr>
          <p:cNvSpPr/>
          <p:nvPr/>
        </p:nvSpPr>
        <p:spPr>
          <a:xfrm>
            <a:off x="3251200" y="1101393"/>
            <a:ext cx="2743200" cy="15494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139700" tIns="101600" rIns="139700" bIns="10160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>
                <a:solidFill>
                  <a:schemeClr val="bg1"/>
                </a:solidFill>
                <a:latin typeface="Barlow SemiBold"/>
              </a:rPr>
              <a:t>Free transmission</a:t>
            </a:r>
          </a:p>
          <a:p>
            <a:pPr>
              <a:buNone/>
            </a:pPr>
            <a:r>
              <a:rPr lang="en-US" sz="1400">
                <a:solidFill>
                  <a:srgbClr val="D5DBE6"/>
                </a:solidFill>
                <a:latin typeface="Barlow"/>
              </a:rPr>
              <a:t>Devices transmit at will: light and cheap, but complexity forwarded to the users and network cannot manage load or interference.</a:t>
            </a:r>
          </a:p>
        </p:txBody>
      </p:sp>
      <p:sp>
        <p:nvSpPr>
          <p:cNvPr id="9" name="Synthesis Disciplined">
            <a:extLst>
              <a:ext uri="{FF2B5EF4-FFF2-40B4-BE49-F238E27FC236}">
                <a16:creationId xmlns:a16="http://schemas.microsoft.com/office/drawing/2014/main" id="{FCC18BED-5A1F-1DB2-BF85-2E264E7312D4}"/>
              </a:ext>
            </a:extLst>
          </p:cNvPr>
          <p:cNvSpPr/>
          <p:nvPr/>
        </p:nvSpPr>
        <p:spPr>
          <a:xfrm>
            <a:off x="6096000" y="1101393"/>
            <a:ext cx="2743200" cy="1549400"/>
          </a:xfrm>
          <a:prstGeom prst="roundRect">
            <a:avLst>
              <a:gd name="adj" fmla="val 6000"/>
            </a:avLst>
          </a:prstGeom>
          <a:solidFill>
            <a:srgbClr val="E93676">
              <a:alpha val="16000"/>
            </a:srgbClr>
          </a:solidFill>
          <a:ln w="9525">
            <a:solidFill>
              <a:srgbClr val="E93676"/>
            </a:solidFill>
          </a:ln>
        </p:spPr>
        <p:txBody>
          <a:bodyPr wrap="square" lIns="139700" tIns="101600" rIns="139700" bIns="10160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>
                <a:solidFill>
                  <a:srgbClr val="E93676"/>
                </a:solidFill>
                <a:latin typeface="Barlow SemiBold"/>
              </a:rPr>
              <a:t>Disciplined</a:t>
            </a:r>
          </a:p>
          <a:p>
            <a:pPr>
              <a:buNone/>
            </a:pPr>
            <a:r>
              <a:rPr lang="en-US" sz="1400">
                <a:solidFill>
                  <a:srgbClr val="D5DBE6"/>
                </a:solidFill>
                <a:latin typeface="Barlow"/>
              </a:rPr>
              <a:t>Random access with higher resiliency (load, priority and interference control), and flexibility (link adaptation).</a:t>
            </a:r>
          </a:p>
        </p:txBody>
      </p:sp>
      <p:sp>
        <p:nvSpPr>
          <p:cNvPr id="11" name="Synthesis Connected">
            <a:extLst>
              <a:ext uri="{FF2B5EF4-FFF2-40B4-BE49-F238E27FC236}">
                <a16:creationId xmlns:a16="http://schemas.microsoft.com/office/drawing/2014/main" id="{C49C4809-24C9-2A4E-CCD7-DBC3C47DBBB3}"/>
              </a:ext>
            </a:extLst>
          </p:cNvPr>
          <p:cNvSpPr/>
          <p:nvPr/>
        </p:nvSpPr>
        <p:spPr>
          <a:xfrm>
            <a:off x="8940800" y="1101393"/>
            <a:ext cx="2743200" cy="1549400"/>
          </a:xfrm>
          <a:prstGeom prst="roundRect">
            <a:avLst>
              <a:gd name="adj" fmla="val 6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139700" tIns="101600" rIns="139700" bIns="10160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sz="1400">
                <a:solidFill>
                  <a:schemeClr val="bg1"/>
                </a:solidFill>
                <a:latin typeface="Barlow SemiBold"/>
              </a:rPr>
              <a:t>Connected</a:t>
            </a:r>
          </a:p>
          <a:p>
            <a:pPr>
              <a:buNone/>
            </a:pPr>
            <a:r>
              <a:rPr lang="en-US" sz="1400">
                <a:solidFill>
                  <a:srgbClr val="D5DBE6"/>
                </a:solidFill>
                <a:latin typeface="Barlow"/>
              </a:rPr>
              <a:t>The network assigns resources to each device (DAMA): reliable, but heavy for small payloads. Limited network control</a:t>
            </a:r>
          </a:p>
        </p:txBody>
      </p:sp>
    </p:spTree>
    <p:extLst>
      <p:ext uri="{BB962C8B-B14F-4D97-AF65-F5344CB8AC3E}">
        <p14:creationId xmlns:p14="http://schemas.microsoft.com/office/powerpoint/2010/main" val="221340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6BF38-9072-A94B-B402-F0360B38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re 2">
            <a:extLst>
              <a:ext uri="{FF2B5EF4-FFF2-40B4-BE49-F238E27FC236}">
                <a16:creationId xmlns:a16="http://schemas.microsoft.com/office/drawing/2014/main" id="{C2F4404C-3256-56A3-5050-94F029BA3032}"/>
              </a:ext>
            </a:extLst>
          </p:cNvPr>
          <p:cNvSpPr txBox="1">
            <a:spLocks/>
          </p:cNvSpPr>
          <p:nvPr/>
        </p:nvSpPr>
        <p:spPr>
          <a:xfrm>
            <a:off x="204527" y="239462"/>
            <a:ext cx="11430000" cy="540566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0"/>
              </a:spcBef>
            </a:pP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Protocol and system </a:t>
            </a:r>
            <a:r>
              <a:rPr lang="fr-FR" sz="31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trade-offs</a:t>
            </a: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 </a:t>
            </a:r>
            <a:r>
              <a:rPr lang="fr-FR" sz="31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</a:rPr>
              <a:t>methodology</a:t>
            </a:r>
            <a:endParaRPr lang="fr-FR" sz="3100" b="1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</a:endParaRPr>
          </a:p>
        </p:txBody>
      </p:sp>
      <p:sp>
        <p:nvSpPr>
          <p:cNvPr id="500" name="Protocol band"/>
          <p:cNvSpPr/>
          <p:nvPr/>
        </p:nvSpPr>
        <p:spPr>
          <a:xfrm>
            <a:off x="457200" y="1168400"/>
            <a:ext cx="11277600" cy="7112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90500" tIns="45720" rIns="190500" bIns="45720" anchor="ctr"/>
          <a:lstStyle/>
          <a:p>
            <a:pPr algn="ctr">
              <a:buNone/>
            </a:pPr>
            <a:r>
              <a:rPr lang="en-GB" sz="1600" b="1">
                <a:solidFill>
                  <a:srgbClr val="E93676"/>
                </a:solidFill>
                <a:latin typeface="Barlow"/>
              </a:rPr>
              <a:t>Protocol</a:t>
            </a:r>
          </a:p>
          <a:p>
            <a:pPr algn="ctr">
              <a:spcBef>
                <a:spcPts val="300"/>
              </a:spcBef>
              <a:buNone/>
            </a:pPr>
            <a:r>
              <a:rPr lang="en-GB" sz="1400">
                <a:solidFill>
                  <a:srgbClr val="FFFFFF"/>
                </a:solidFill>
                <a:latin typeface="Barlow"/>
              </a:rPr>
              <a:t>access scheme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diversity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retransmissions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downlink listening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ACK strategy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store-and-forward routing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collision handling</a:t>
            </a:r>
          </a:p>
        </p:txBody>
      </p:sp>
      <p:sp>
        <p:nvSpPr>
          <p:cNvPr id="501" name="System band"/>
          <p:cNvSpPr/>
          <p:nvPr/>
        </p:nvSpPr>
        <p:spPr>
          <a:xfrm>
            <a:off x="457200" y="5384800"/>
            <a:ext cx="11277600" cy="7112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90500" tIns="45720" rIns="190500" bIns="45720" anchor="ctr"/>
          <a:lstStyle/>
          <a:p>
            <a:pPr algn="ctr">
              <a:buNone/>
            </a:pPr>
            <a:r>
              <a:rPr lang="en-GB" sz="1600" b="1">
                <a:solidFill>
                  <a:srgbClr val="E93676"/>
                </a:solidFill>
                <a:latin typeface="Barlow"/>
              </a:rPr>
              <a:t>System</a:t>
            </a:r>
          </a:p>
          <a:p>
            <a:pPr algn="ctr">
              <a:spcBef>
                <a:spcPts val="300"/>
              </a:spcBef>
              <a:buNone/>
            </a:pPr>
            <a:r>
              <a:rPr lang="en-GB" sz="1400">
                <a:solidFill>
                  <a:srgbClr val="FFFFFF"/>
                </a:solidFill>
                <a:latin typeface="Barlow"/>
              </a:rPr>
              <a:t>constellation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ground stations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ISL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link budget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terminal antennas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satellite passes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terrain masks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interference</a:t>
            </a:r>
            <a:r>
              <a:rPr lang="en-GB" sz="1400">
                <a:solidFill>
                  <a:srgbClr val="E93676"/>
                </a:solidFill>
                <a:latin typeface="Barlow"/>
              </a:rPr>
              <a:t>  •  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antenna patterns</a:t>
            </a:r>
          </a:p>
        </p:txBody>
      </p:sp>
      <p:cxnSp>
        <p:nvCxnSpPr>
          <p:cNvPr id="510" name="Protocol to tool"/>
          <p:cNvCxnSpPr/>
          <p:nvPr/>
        </p:nvCxnSpPr>
        <p:spPr>
          <a:xfrm>
            <a:off x="6096000" y="1879600"/>
            <a:ext cx="0" cy="406400"/>
          </a:xfrm>
          <a:prstGeom prst="straightConnector1">
            <a:avLst/>
          </a:prstGeom>
          <a:ln w="22225">
            <a:solidFill>
              <a:srgbClr val="E93676"/>
            </a:solidFill>
            <a:tailEnd type="triangle" w="med" len="med"/>
          </a:ln>
        </p:spPr>
      </p:cxnSp>
      <p:cxnSp>
        <p:nvCxnSpPr>
          <p:cNvPr id="511" name="System to tool"/>
          <p:cNvCxnSpPr/>
          <p:nvPr/>
        </p:nvCxnSpPr>
        <p:spPr>
          <a:xfrm flipV="1">
            <a:off x="6096000" y="4978400"/>
            <a:ext cx="0" cy="406400"/>
          </a:xfrm>
          <a:prstGeom prst="straightConnector1">
            <a:avLst/>
          </a:prstGeom>
          <a:ln w="22225">
            <a:solidFill>
              <a:srgbClr val="E93676"/>
            </a:solidFill>
            <a:tailEnd type="triangle" w="med" len="med"/>
          </a:ln>
        </p:spPr>
      </p:cxnSp>
      <p:sp>
        <p:nvSpPr>
          <p:cNvPr id="700" name="Cycle arrow top"/>
          <p:cNvSpPr/>
          <p:nvPr/>
        </p:nvSpPr>
        <p:spPr>
          <a:xfrm>
            <a:off x="4775200" y="2311400"/>
            <a:ext cx="2641600" cy="2641600"/>
          </a:xfrm>
          <a:custGeom>
            <a:avLst/>
            <a:gdLst/>
            <a:ahLst/>
            <a:cxnLst/>
            <a:rect l="0" t="0" r="r" b="b"/>
            <a:pathLst>
              <a:path w="2641600" h="2641600" fill="none">
                <a:moveTo>
                  <a:pt x="912650" y="64645"/>
                </a:moveTo>
                <a:arcTo wR="1320800" hR="1320800" stAng="15120000" swAng="2160000"/>
              </a:path>
            </a:pathLst>
          </a:custGeom>
          <a:noFill/>
          <a:ln w="31750" cap="rnd">
            <a:solidFill>
              <a:srgbClr val="D0D7E2"/>
            </a:solidFill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701" name="Cycle arrow right"/>
          <p:cNvSpPr/>
          <p:nvPr/>
        </p:nvSpPr>
        <p:spPr>
          <a:xfrm>
            <a:off x="4775200" y="2311400"/>
            <a:ext cx="2641600" cy="2641600"/>
          </a:xfrm>
          <a:custGeom>
            <a:avLst/>
            <a:gdLst/>
            <a:ahLst/>
            <a:cxnLst/>
            <a:rect l="0" t="0" r="r" b="b"/>
            <a:pathLst>
              <a:path w="2641600" h="2641600" fill="none">
                <a:moveTo>
                  <a:pt x="2576955" y="912650"/>
                </a:moveTo>
                <a:arcTo wR="1320800" hR="1320800" stAng="20520000" swAng="2160000"/>
              </a:path>
            </a:pathLst>
          </a:custGeom>
          <a:noFill/>
          <a:ln w="31750" cap="rnd">
            <a:solidFill>
              <a:srgbClr val="D0D7E2"/>
            </a:solidFill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702" name="Cycle arrow bottom"/>
          <p:cNvSpPr/>
          <p:nvPr/>
        </p:nvSpPr>
        <p:spPr>
          <a:xfrm>
            <a:off x="4775200" y="2311400"/>
            <a:ext cx="2641600" cy="2641600"/>
          </a:xfrm>
          <a:custGeom>
            <a:avLst/>
            <a:gdLst/>
            <a:ahLst/>
            <a:cxnLst/>
            <a:rect l="0" t="0" r="r" b="b"/>
            <a:pathLst>
              <a:path w="2641600" h="2641600" fill="none">
                <a:moveTo>
                  <a:pt x="1728950" y="2576955"/>
                </a:moveTo>
                <a:arcTo wR="1320800" hR="1320800" stAng="4320000" swAng="2160000"/>
              </a:path>
            </a:pathLst>
          </a:custGeom>
          <a:noFill/>
          <a:ln w="31750" cap="rnd">
            <a:solidFill>
              <a:srgbClr val="D0D7E2"/>
            </a:solidFill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703" name="Cycle arrow left"/>
          <p:cNvSpPr/>
          <p:nvPr/>
        </p:nvSpPr>
        <p:spPr>
          <a:xfrm>
            <a:off x="4775200" y="2311400"/>
            <a:ext cx="2641600" cy="2641600"/>
          </a:xfrm>
          <a:custGeom>
            <a:avLst/>
            <a:gdLst/>
            <a:ahLst/>
            <a:cxnLst/>
            <a:rect l="0" t="0" r="r" b="b"/>
            <a:pathLst>
              <a:path w="2641600" h="2641600" fill="none">
                <a:moveTo>
                  <a:pt x="64645" y="1728950"/>
                </a:moveTo>
                <a:arcTo wR="1320800" hR="1320800" stAng="9720000" swAng="2160000"/>
              </a:path>
            </a:pathLst>
          </a:custGeom>
          <a:noFill/>
          <a:ln w="31750" cap="rnd">
            <a:solidFill>
              <a:srgbClr val="D0D7E2"/>
            </a:solidFill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704" name="KPI Capacity"/>
          <p:cNvSpPr/>
          <p:nvPr/>
        </p:nvSpPr>
        <p:spPr>
          <a:xfrm>
            <a:off x="4565153" y="2101353"/>
            <a:ext cx="1193800" cy="1193800"/>
          </a:xfrm>
          <a:prstGeom prst="ellipse">
            <a:avLst/>
          </a:prstGeom>
          <a:solidFill>
            <a:srgbClr val="16203A"/>
          </a:solidFill>
          <a:ln w="15875">
            <a:solidFill>
              <a:srgbClr val="AEB8C8"/>
            </a:solidFill>
          </a:ln>
        </p:spPr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Capacity</a:t>
            </a:r>
          </a:p>
        </p:txBody>
      </p:sp>
      <p:sp>
        <p:nvSpPr>
          <p:cNvPr id="705" name="KPI Capacity unit"/>
          <p:cNvSpPr txBox="1"/>
          <p:nvPr/>
        </p:nvSpPr>
        <p:spPr>
          <a:xfrm>
            <a:off x="2228353" y="2444253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0000"/>
              </a:lnSpc>
              <a:buNone/>
            </a:pPr>
            <a:r>
              <a:rPr lang="en-GB" sz="1400">
                <a:solidFill>
                  <a:srgbClr val="AEB8C8"/>
                </a:solidFill>
                <a:latin typeface="Barlow"/>
              </a:rPr>
              <a:t>traffic load supported</a:t>
            </a:r>
          </a:p>
        </p:txBody>
      </p:sp>
      <p:sp>
        <p:nvSpPr>
          <p:cNvPr id="706" name="KPI Energy consumption"/>
          <p:cNvSpPr/>
          <p:nvPr/>
        </p:nvSpPr>
        <p:spPr>
          <a:xfrm>
            <a:off x="6433047" y="2101353"/>
            <a:ext cx="1193800" cy="1193800"/>
          </a:xfrm>
          <a:prstGeom prst="ellipse">
            <a:avLst/>
          </a:prstGeom>
          <a:solidFill>
            <a:srgbClr val="16203A"/>
          </a:solidFill>
          <a:ln w="15875">
            <a:solidFill>
              <a:srgbClr val="AEB8C8"/>
            </a:solidFill>
          </a:ln>
        </p:spPr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Energy</a:t>
            </a:r>
          </a:p>
          <a:p>
            <a:pPr algn="ctr">
              <a:lnSpc>
                <a:spcPct val="90000"/>
              </a:lnSpc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consumption</a:t>
            </a:r>
          </a:p>
        </p:txBody>
      </p:sp>
      <p:sp>
        <p:nvSpPr>
          <p:cNvPr id="707" name="KPI Energy consumption unit"/>
          <p:cNvSpPr txBox="1"/>
          <p:nvPr/>
        </p:nvSpPr>
        <p:spPr>
          <a:xfrm>
            <a:off x="7804647" y="2444253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buNone/>
            </a:pPr>
            <a:r>
              <a:rPr lang="en-GB" sz="1400">
                <a:solidFill>
                  <a:srgbClr val="AEB8C8"/>
                </a:solidFill>
                <a:latin typeface="Barlow"/>
              </a:rPr>
              <a:t>mWh / message received</a:t>
            </a:r>
          </a:p>
        </p:txBody>
      </p:sp>
      <p:sp>
        <p:nvSpPr>
          <p:cNvPr id="708" name="KPI Reception rate"/>
          <p:cNvSpPr/>
          <p:nvPr/>
        </p:nvSpPr>
        <p:spPr>
          <a:xfrm>
            <a:off x="6433047" y="3969247"/>
            <a:ext cx="1193800" cy="1193800"/>
          </a:xfrm>
          <a:prstGeom prst="ellipse">
            <a:avLst/>
          </a:prstGeom>
          <a:solidFill>
            <a:srgbClr val="16203A"/>
          </a:solidFill>
          <a:ln w="15875">
            <a:solidFill>
              <a:srgbClr val="AEB8C8"/>
            </a:solidFill>
          </a:ln>
        </p:spPr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Reception</a:t>
            </a:r>
          </a:p>
          <a:p>
            <a:pPr algn="ctr">
              <a:lnSpc>
                <a:spcPct val="90000"/>
              </a:lnSpc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rate</a:t>
            </a:r>
          </a:p>
        </p:txBody>
      </p:sp>
      <p:sp>
        <p:nvSpPr>
          <p:cNvPr id="709" name="KPI Reception rate unit"/>
          <p:cNvSpPr txBox="1"/>
          <p:nvPr/>
        </p:nvSpPr>
        <p:spPr>
          <a:xfrm>
            <a:off x="7804647" y="4312147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buNone/>
            </a:pPr>
            <a:r>
              <a:rPr lang="en-GB" sz="1400">
                <a:solidFill>
                  <a:srgbClr val="AEB8C8"/>
                </a:solidFill>
                <a:latin typeface="Barlow"/>
              </a:rPr>
              <a:t>messages delivered (%)</a:t>
            </a:r>
          </a:p>
        </p:txBody>
      </p:sp>
      <p:sp>
        <p:nvSpPr>
          <p:cNvPr id="710" name="KPI Delay"/>
          <p:cNvSpPr/>
          <p:nvPr/>
        </p:nvSpPr>
        <p:spPr>
          <a:xfrm>
            <a:off x="4565153" y="3969247"/>
            <a:ext cx="1193800" cy="1193800"/>
          </a:xfrm>
          <a:prstGeom prst="ellipse">
            <a:avLst/>
          </a:prstGeom>
          <a:solidFill>
            <a:srgbClr val="16203A"/>
          </a:solidFill>
          <a:ln w="15875">
            <a:solidFill>
              <a:srgbClr val="AEB8C8"/>
            </a:solidFill>
          </a:ln>
        </p:spPr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Delay</a:t>
            </a:r>
          </a:p>
        </p:txBody>
      </p:sp>
      <p:sp>
        <p:nvSpPr>
          <p:cNvPr id="711" name="KPI Delay unit"/>
          <p:cNvSpPr txBox="1"/>
          <p:nvPr/>
        </p:nvSpPr>
        <p:spPr>
          <a:xfrm>
            <a:off x="2228353" y="4312147"/>
            <a:ext cx="2159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0000"/>
              </a:lnSpc>
              <a:buNone/>
            </a:pPr>
            <a:r>
              <a:rPr lang="en-GB" sz="1400">
                <a:solidFill>
                  <a:srgbClr val="AEB8C8"/>
                </a:solidFill>
                <a:latin typeface="Barlow"/>
              </a:rPr>
              <a:t>time to first reception</a:t>
            </a:r>
          </a:p>
        </p:txBody>
      </p:sp>
      <p:sp>
        <p:nvSpPr>
          <p:cNvPr id="512" name="Trade-off tool hub"/>
          <p:cNvSpPr/>
          <p:nvPr/>
        </p:nvSpPr>
        <p:spPr>
          <a:xfrm>
            <a:off x="5562600" y="3098800"/>
            <a:ext cx="1066800" cy="1066800"/>
          </a:xfrm>
          <a:prstGeom prst="ellipse">
            <a:avLst/>
          </a:prstGeom>
          <a:solidFill>
            <a:srgbClr val="E9367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Trade-off</a:t>
            </a:r>
          </a:p>
          <a:p>
            <a:pPr algn="ctr">
              <a:buNone/>
            </a:pPr>
            <a:r>
              <a:rPr lang="en-GB" sz="1400" b="1">
                <a:solidFill>
                  <a:srgbClr val="FFFFFF"/>
                </a:solidFill>
                <a:latin typeface="Barlow"/>
              </a:rPr>
              <a:t>tool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EC9458C-0B9F-D228-FFEB-EA2BBFD2D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54" y="6356047"/>
            <a:ext cx="6010276" cy="2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2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5D07-570F-47BF-56BE-8AAC6F76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re 2">
            <a:extLst>
              <a:ext uri="{FF2B5EF4-FFF2-40B4-BE49-F238E27FC236}">
                <a16:creationId xmlns:a16="http://schemas.microsoft.com/office/drawing/2014/main" id="{8DC80C72-D1B6-FA3C-84C2-29AE40E08878}"/>
              </a:ext>
            </a:extLst>
          </p:cNvPr>
          <p:cNvSpPr txBox="1">
            <a:spLocks/>
          </p:cNvSpPr>
          <p:nvPr/>
        </p:nvSpPr>
        <p:spPr>
          <a:xfrm>
            <a:off x="204527" y="239462"/>
            <a:ext cx="8382000" cy="540566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0"/>
              </a:spcBef>
            </a:pP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FLoRaSat now simulates KiWAN end to end</a:t>
            </a:r>
          </a:p>
        </p:txBody>
      </p:sp>
      <p:sp>
        <p:nvSpPr>
          <p:cNvPr id="121" name="Subtitle"/>
          <p:cNvSpPr txBox="1"/>
          <p:nvPr/>
        </p:nvSpPr>
        <p:spPr>
          <a:xfrm>
            <a:off x="204470" y="676275"/>
            <a:ext cx="1143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8100" rIns="91440" bIns="38100" anchor="t">
            <a:noAutofit/>
          </a:bodyPr>
          <a:lstStyle/>
          <a:p>
            <a:pPr algn="l">
              <a:buNone/>
            </a:pPr>
            <a:r>
              <a:rPr lang="en-GB" sz="1600">
                <a:solidFill>
                  <a:srgbClr val="AEB8C8"/>
                </a:solidFill>
                <a:latin typeface="Barlow"/>
              </a:rPr>
              <a:t>Open-source discrete-event simulator (Inria) on OMNeT++ / INET / FLoRa, extended for KiWAN</a:t>
            </a:r>
          </a:p>
        </p:txBody>
      </p:sp>
      <p:sp>
        <p:nvSpPr>
          <p:cNvPr id="122" name="Legend new"/>
          <p:cNvSpPr/>
          <p:nvPr/>
        </p:nvSpPr>
        <p:spPr>
          <a:xfrm>
            <a:off x="8077200" y="419100"/>
            <a:ext cx="203200" cy="203200"/>
          </a:xfrm>
          <a:prstGeom prst="rect">
            <a:avLst/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38100" rIns="127000" bIns="38100" anchor="ctr">
            <a:noAutofit/>
          </a:bodyPr>
          <a:lstStyle/>
          <a:p>
            <a:endParaRPr lang="en-GB"/>
          </a:p>
        </p:txBody>
      </p:sp>
      <p:sp>
        <p:nvSpPr>
          <p:cNvPr id="123" name="Legend new txt"/>
          <p:cNvSpPr txBox="1"/>
          <p:nvPr/>
        </p:nvSpPr>
        <p:spPr>
          <a:xfrm>
            <a:off x="8331200" y="3556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none" lIns="50800" tIns="38100" rIns="50800" bIns="38100" anchor="ctr">
            <a:noAutofit/>
          </a:bodyPr>
          <a:lstStyle/>
          <a:p>
            <a:pPr algn="l">
              <a:buNone/>
            </a:pPr>
            <a:r>
              <a:rPr lang="en-GB" sz="1600">
                <a:solidFill>
                  <a:srgbClr val="FFFFFF"/>
                </a:solidFill>
                <a:latin typeface="Barlow"/>
              </a:rPr>
              <a:t>Recent additions</a:t>
            </a:r>
          </a:p>
        </p:txBody>
      </p:sp>
      <p:sp>
        <p:nvSpPr>
          <p:cNvPr id="124" name="Legend base"/>
          <p:cNvSpPr/>
          <p:nvPr/>
        </p:nvSpPr>
        <p:spPr>
          <a:xfrm>
            <a:off x="10007600" y="419100"/>
            <a:ext cx="203200" cy="203200"/>
          </a:xfrm>
          <a:prstGeom prst="rect">
            <a:avLst/>
          </a:prstGeom>
          <a:noFill/>
          <a:ln w="12700">
            <a:solidFill>
              <a:srgbClr val="7A8BA5"/>
            </a:solidFill>
          </a:ln>
        </p:spPr>
        <p:txBody>
          <a:bodyPr wrap="square" lIns="127000" tIns="38100" rIns="127000" bIns="38100" anchor="ctr">
            <a:noAutofit/>
          </a:bodyPr>
          <a:lstStyle/>
          <a:p>
            <a:endParaRPr lang="en-GB"/>
          </a:p>
        </p:txBody>
      </p:sp>
      <p:sp>
        <p:nvSpPr>
          <p:cNvPr id="125" name="Legend base txt"/>
          <p:cNvSpPr txBox="1"/>
          <p:nvPr/>
        </p:nvSpPr>
        <p:spPr>
          <a:xfrm>
            <a:off x="10261600" y="3556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none" lIns="50800" tIns="38100" rIns="50800" bIns="38100" anchor="ctr">
            <a:noAutofit/>
          </a:bodyPr>
          <a:lstStyle/>
          <a:p>
            <a:pPr algn="l">
              <a:buNone/>
            </a:pPr>
            <a:r>
              <a:rPr lang="en-GB" sz="1600">
                <a:solidFill>
                  <a:srgbClr val="D0D7E2"/>
                </a:solidFill>
                <a:latin typeface="Barlow"/>
              </a:rPr>
              <a:t>Base modules</a:t>
            </a:r>
          </a:p>
        </p:txBody>
      </p:sp>
      <p:sp>
        <p:nvSpPr>
          <p:cNvPr id="126" name="Banner v4"/>
          <p:cNvSpPr/>
          <p:nvPr/>
        </p:nvSpPr>
        <p:spPr>
          <a:xfrm>
            <a:off x="295910" y="1092200"/>
            <a:ext cx="11438890" cy="4318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38100" rIns="127000" bIns="38100" anchor="ctr">
            <a:noAutofit/>
          </a:bodyPr>
          <a:lstStyle/>
          <a:p>
            <a:pPr algn="l">
              <a:buNone/>
            </a:pPr>
            <a:r>
              <a:rPr lang="en-GB" sz="1600" b="1">
                <a:solidFill>
                  <a:srgbClr val="FFFFFF"/>
                </a:solidFill>
                <a:latin typeface="Barlow"/>
              </a:rPr>
              <a:t>Architecture: </a:t>
            </a:r>
            <a:r>
              <a:rPr lang="en-GB" sz="1600">
                <a:solidFill>
                  <a:srgbClr val="FFFFFF"/>
                </a:solidFill>
                <a:latin typeface="Barlow"/>
              </a:rPr>
              <a:t>refactored, with end-to-end connectivity from device to ground station</a:t>
            </a:r>
          </a:p>
        </p:txBody>
      </p:sp>
      <p:sp>
        <p:nvSpPr>
          <p:cNvPr id="127" name="Layer APP"/>
          <p:cNvSpPr/>
          <p:nvPr/>
        </p:nvSpPr>
        <p:spPr>
          <a:xfrm>
            <a:off x="295910" y="1651000"/>
            <a:ext cx="1333500" cy="609600"/>
          </a:xfrm>
          <a:prstGeom prst="roundRect">
            <a:avLst>
              <a:gd name="adj" fmla="val 12000"/>
            </a:avLst>
          </a:prstGeom>
          <a:solidFill>
            <a:srgbClr val="283D67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Barlow"/>
              </a:rPr>
              <a:t>APP</a:t>
            </a:r>
          </a:p>
        </p:txBody>
      </p:sp>
      <p:sp>
        <p:nvSpPr>
          <p:cNvPr id="128" name="Chip APP 0"/>
          <p:cNvSpPr/>
          <p:nvPr/>
        </p:nvSpPr>
        <p:spPr>
          <a:xfrm>
            <a:off x="1781810" y="1651000"/>
            <a:ext cx="9952990" cy="6096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>
                <a:solidFill>
                  <a:srgbClr val="D0D7E2"/>
                </a:solidFill>
                <a:latin typeface="Barlow"/>
              </a:rPr>
              <a:t>Traffic generation: inter-packet law (uniform, exponential, custom), first-packet time, number of packets</a:t>
            </a:r>
          </a:p>
        </p:txBody>
      </p:sp>
      <p:sp>
        <p:nvSpPr>
          <p:cNvPr id="130" name="Layer NET"/>
          <p:cNvSpPr/>
          <p:nvPr/>
        </p:nvSpPr>
        <p:spPr>
          <a:xfrm>
            <a:off x="295910" y="2362200"/>
            <a:ext cx="1333500" cy="609600"/>
          </a:xfrm>
          <a:prstGeom prst="roundRect">
            <a:avLst>
              <a:gd name="adj" fmla="val 12000"/>
            </a:avLst>
          </a:prstGeom>
          <a:solidFill>
            <a:srgbClr val="283D67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Barlow"/>
              </a:rPr>
              <a:t>NET</a:t>
            </a:r>
          </a:p>
        </p:txBody>
      </p:sp>
      <p:sp>
        <p:nvSpPr>
          <p:cNvPr id="131" name="Chip NET 0"/>
          <p:cNvSpPr/>
          <p:nvPr/>
        </p:nvSpPr>
        <p:spPr>
          <a:xfrm>
            <a:off x="1781810" y="2362200"/>
            <a:ext cx="5334000" cy="6096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>
                <a:solidFill>
                  <a:srgbClr val="D0D7E2"/>
                </a:solidFill>
                <a:latin typeface="Barlow"/>
              </a:rPr>
              <a:t>Store-and-forward routing</a:t>
            </a:r>
          </a:p>
        </p:txBody>
      </p:sp>
      <p:sp>
        <p:nvSpPr>
          <p:cNvPr id="142" name="Chip NET 1"/>
          <p:cNvSpPr/>
          <p:nvPr/>
        </p:nvSpPr>
        <p:spPr>
          <a:xfrm>
            <a:off x="7268210" y="2362200"/>
            <a:ext cx="4466590" cy="6096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>
                <a:solidFill>
                  <a:srgbClr val="D0D7E2"/>
                </a:solidFill>
                <a:latin typeface="Barlow"/>
              </a:rPr>
              <a:t>ISL + routing solutions</a:t>
            </a:r>
          </a:p>
        </p:txBody>
      </p:sp>
      <p:sp>
        <p:nvSpPr>
          <p:cNvPr id="133" name="Layer MAC"/>
          <p:cNvSpPr/>
          <p:nvPr/>
        </p:nvSpPr>
        <p:spPr>
          <a:xfrm>
            <a:off x="295910" y="3073400"/>
            <a:ext cx="1333500" cy="609600"/>
          </a:xfrm>
          <a:prstGeom prst="roundRect">
            <a:avLst>
              <a:gd name="adj" fmla="val 12000"/>
            </a:avLst>
          </a:prstGeom>
          <a:solidFill>
            <a:srgbClr val="283D67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Barlow"/>
              </a:rPr>
              <a:t>MAC</a:t>
            </a:r>
          </a:p>
        </p:txBody>
      </p:sp>
      <p:sp>
        <p:nvSpPr>
          <p:cNvPr id="134" name="Chip MAC 0"/>
          <p:cNvSpPr/>
          <p:nvPr/>
        </p:nvSpPr>
        <p:spPr>
          <a:xfrm>
            <a:off x="1781810" y="3073400"/>
            <a:ext cx="5334000" cy="6096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>
                <a:solidFill>
                  <a:srgbClr val="FFFFFF"/>
                </a:solidFill>
                <a:latin typeface="Barlow"/>
              </a:rPr>
              <a:t>KiWAN UL: Blind, SatDetect, ACK + retransmissions</a:t>
            </a:r>
          </a:p>
        </p:txBody>
      </p:sp>
      <p:sp>
        <p:nvSpPr>
          <p:cNvPr id="135" name="Chip MAC 1"/>
          <p:cNvSpPr/>
          <p:nvPr/>
        </p:nvSpPr>
        <p:spPr>
          <a:xfrm>
            <a:off x="7268210" y="3073400"/>
            <a:ext cx="4466590" cy="6096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>
                <a:solidFill>
                  <a:srgbClr val="FFFFFF"/>
                </a:solidFill>
                <a:latin typeface="Barlow"/>
              </a:rPr>
              <a:t>Modular downlink frame with periodic beacon</a:t>
            </a:r>
          </a:p>
        </p:txBody>
      </p:sp>
      <p:sp>
        <p:nvSpPr>
          <p:cNvPr id="136" name="Layer PHY"/>
          <p:cNvSpPr/>
          <p:nvPr/>
        </p:nvSpPr>
        <p:spPr>
          <a:xfrm>
            <a:off x="295910" y="3784600"/>
            <a:ext cx="1333500" cy="609600"/>
          </a:xfrm>
          <a:prstGeom prst="roundRect">
            <a:avLst>
              <a:gd name="adj" fmla="val 12000"/>
            </a:avLst>
          </a:prstGeom>
          <a:solidFill>
            <a:srgbClr val="283D67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Barlow"/>
              </a:rPr>
              <a:t>PHY</a:t>
            </a:r>
          </a:p>
        </p:txBody>
      </p:sp>
      <p:sp>
        <p:nvSpPr>
          <p:cNvPr id="137" name="Chip PHY 0"/>
          <p:cNvSpPr/>
          <p:nvPr/>
        </p:nvSpPr>
        <p:spPr>
          <a:xfrm>
            <a:off x="1781810" y="3784600"/>
            <a:ext cx="5334000" cy="6096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/>
            <a:r>
              <a:rPr lang="en-GB" sz="1600">
                <a:solidFill>
                  <a:srgbClr val="FFFFFF"/>
                </a:solidFill>
                <a:latin typeface="Barlow"/>
              </a:rPr>
              <a:t>Link budget validated on </a:t>
            </a:r>
            <a:r>
              <a:rPr lang="en-GB" sz="1600" err="1">
                <a:solidFill>
                  <a:srgbClr val="FFFFFF"/>
                </a:solidFill>
                <a:latin typeface="Barlow"/>
              </a:rPr>
              <a:t>Kinéis</a:t>
            </a:r>
            <a:r>
              <a:rPr lang="en-GB" sz="1600">
                <a:solidFill>
                  <a:srgbClr val="FFFFFF"/>
                </a:solidFill>
                <a:latin typeface="Barlow"/>
              </a:rPr>
              <a:t> measurements</a:t>
            </a:r>
          </a:p>
        </p:txBody>
      </p:sp>
      <p:sp>
        <p:nvSpPr>
          <p:cNvPr id="138" name="Chip PHY 1"/>
          <p:cNvSpPr/>
          <p:nvPr/>
        </p:nvSpPr>
        <p:spPr>
          <a:xfrm>
            <a:off x="7268210" y="3784600"/>
            <a:ext cx="4466590" cy="6096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>
                <a:solidFill>
                  <a:srgbClr val="FFFFFF"/>
                </a:solidFill>
                <a:latin typeface="Barlow"/>
              </a:rPr>
              <a:t>Collisions from an ad hoc PHY receptor simulator validated on lab measurements</a:t>
            </a:r>
          </a:p>
        </p:txBody>
      </p:sp>
      <p:sp>
        <p:nvSpPr>
          <p:cNvPr id="139" name="Layer Orbit &amp; system"/>
          <p:cNvSpPr/>
          <p:nvPr/>
        </p:nvSpPr>
        <p:spPr>
          <a:xfrm>
            <a:off x="295910" y="4495800"/>
            <a:ext cx="1333500" cy="609600"/>
          </a:xfrm>
          <a:prstGeom prst="roundRect">
            <a:avLst>
              <a:gd name="adj" fmla="val 12000"/>
            </a:avLst>
          </a:prstGeom>
          <a:solidFill>
            <a:srgbClr val="283D67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Barlow"/>
              </a:rPr>
              <a:t>Orbit &amp; system</a:t>
            </a:r>
          </a:p>
        </p:txBody>
      </p:sp>
      <p:sp>
        <p:nvSpPr>
          <p:cNvPr id="140" name="Chip Orbit &amp; system 0"/>
          <p:cNvSpPr/>
          <p:nvPr/>
        </p:nvSpPr>
        <p:spPr>
          <a:xfrm>
            <a:off x="1781810" y="4495800"/>
            <a:ext cx="3216063" cy="6096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/>
            <a:r>
              <a:rPr lang="en-GB" sz="1600" err="1">
                <a:solidFill>
                  <a:srgbClr val="FFFFFF"/>
                </a:solidFill>
                <a:latin typeface="Barlow"/>
              </a:rPr>
              <a:t>Kinéis</a:t>
            </a:r>
            <a:r>
              <a:rPr lang="en-GB" sz="1600">
                <a:solidFill>
                  <a:srgbClr val="FFFFFF"/>
                </a:solidFill>
                <a:latin typeface="Barlow"/>
              </a:rPr>
              <a:t> constellation  (real TLE) with antenna modelling</a:t>
            </a:r>
          </a:p>
        </p:txBody>
      </p:sp>
      <p:sp>
        <p:nvSpPr>
          <p:cNvPr id="141" name="Chip Orbit &amp; system 1"/>
          <p:cNvSpPr/>
          <p:nvPr/>
        </p:nvSpPr>
        <p:spPr>
          <a:xfrm>
            <a:off x="5150273" y="4495800"/>
            <a:ext cx="3216063" cy="6096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/>
            <a:r>
              <a:rPr lang="en-GB" sz="1600">
                <a:solidFill>
                  <a:srgbClr val="FFFFFF"/>
                </a:solidFill>
                <a:latin typeface="Barlow"/>
              </a:rPr>
              <a:t>20 ground stations with measured terrain masks</a:t>
            </a:r>
          </a:p>
        </p:txBody>
      </p:sp>
      <p:sp>
        <p:nvSpPr>
          <p:cNvPr id="2" name="Chip APP 1">
            <a:extLst>
              <a:ext uri="{FF2B5EF4-FFF2-40B4-BE49-F238E27FC236}">
                <a16:creationId xmlns:a16="http://schemas.microsoft.com/office/drawing/2014/main" id="{10C813AE-CFEA-CE0E-A04F-F317F38C76D8}"/>
              </a:ext>
            </a:extLst>
          </p:cNvPr>
          <p:cNvSpPr/>
          <p:nvPr/>
        </p:nvSpPr>
        <p:spPr>
          <a:xfrm>
            <a:off x="8518737" y="4495800"/>
            <a:ext cx="3216063" cy="6350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/>
            <a:r>
              <a:rPr lang="en-GB" sz="1600">
                <a:solidFill>
                  <a:srgbClr val="FFFFFF"/>
                </a:solidFill>
                <a:latin typeface="Barlow"/>
              </a:rPr>
              <a:t>Terminal fleets with field masks and antenna patterns</a:t>
            </a:r>
          </a:p>
        </p:txBody>
      </p:sp>
      <p:sp>
        <p:nvSpPr>
          <p:cNvPr id="143" name="Layer Metrics"/>
          <p:cNvSpPr/>
          <p:nvPr/>
        </p:nvSpPr>
        <p:spPr>
          <a:xfrm>
            <a:off x="295910" y="5207000"/>
            <a:ext cx="1333500" cy="609600"/>
          </a:xfrm>
          <a:prstGeom prst="roundRect">
            <a:avLst>
              <a:gd name="adj" fmla="val 12000"/>
            </a:avLst>
          </a:prstGeom>
          <a:solidFill>
            <a:srgbClr val="283D67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FFFFFF"/>
                </a:solidFill>
                <a:latin typeface="Barlow"/>
              </a:rPr>
              <a:t>KPIs</a:t>
            </a:r>
          </a:p>
        </p:txBody>
      </p:sp>
      <p:sp>
        <p:nvSpPr>
          <p:cNvPr id="144" name="Chip Metrics 0"/>
          <p:cNvSpPr/>
          <p:nvPr/>
        </p:nvSpPr>
        <p:spPr>
          <a:xfrm>
            <a:off x="1778000" y="5207000"/>
            <a:ext cx="2374900" cy="6096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D0D7E2"/>
                </a:solidFill>
                <a:latin typeface="Barlow"/>
              </a:rPr>
              <a:t>Capacity</a:t>
            </a:r>
          </a:p>
          <a:p>
            <a:pPr algn="ctr">
              <a:buNone/>
            </a:pPr>
            <a:r>
              <a:rPr lang="en-GB" sz="1400">
                <a:solidFill>
                  <a:srgbClr val="D0D7E2"/>
                </a:solidFill>
                <a:latin typeface="Barlow"/>
              </a:rPr>
              <a:t>traffic load supported</a:t>
            </a:r>
          </a:p>
        </p:txBody>
      </p:sp>
      <p:sp>
        <p:nvSpPr>
          <p:cNvPr id="145" name="Chip Metrics 1"/>
          <p:cNvSpPr/>
          <p:nvPr/>
        </p:nvSpPr>
        <p:spPr>
          <a:xfrm>
            <a:off x="4305300" y="5207000"/>
            <a:ext cx="2374900" cy="609600"/>
          </a:xfrm>
          <a:prstGeom prst="roundRect">
            <a:avLst>
              <a:gd name="adj" fmla="val 12000"/>
            </a:avLst>
          </a:prstGeom>
          <a:solidFill>
            <a:srgbClr val="3A1E3F"/>
          </a:solidFill>
          <a:ln w="19050">
            <a:solidFill>
              <a:srgbClr val="E93676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Barlow"/>
              </a:rPr>
              <a:t>Energy consumption </a:t>
            </a:r>
            <a:r>
              <a:rPr lang="en-GB" sz="1400" err="1">
                <a:solidFill>
                  <a:srgbClr val="FFFFFF"/>
                </a:solidFill>
                <a:latin typeface="Barlow"/>
              </a:rPr>
              <a:t>mWh</a:t>
            </a:r>
            <a:r>
              <a:rPr lang="en-GB" sz="1400">
                <a:solidFill>
                  <a:srgbClr val="FFFFFF"/>
                </a:solidFill>
                <a:latin typeface="Barlow"/>
              </a:rPr>
              <a:t> / message received</a:t>
            </a:r>
            <a:endParaRPr lang="en-GB" sz="1600">
              <a:solidFill>
                <a:srgbClr val="FFFFFF"/>
              </a:solidFill>
              <a:latin typeface="Barlow"/>
            </a:endParaRPr>
          </a:p>
        </p:txBody>
      </p:sp>
      <p:sp>
        <p:nvSpPr>
          <p:cNvPr id="146" name="Chip Metrics 2"/>
          <p:cNvSpPr/>
          <p:nvPr/>
        </p:nvSpPr>
        <p:spPr>
          <a:xfrm>
            <a:off x="6832600" y="5207000"/>
            <a:ext cx="2374900" cy="6096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D0D7E2"/>
                </a:solidFill>
                <a:latin typeface="Barlow"/>
              </a:rPr>
              <a:t>Delay</a:t>
            </a:r>
          </a:p>
          <a:p>
            <a:pPr algn="ctr">
              <a:buNone/>
            </a:pPr>
            <a:r>
              <a:rPr lang="en-GB" sz="1400">
                <a:solidFill>
                  <a:srgbClr val="D0D7E2"/>
                </a:solidFill>
                <a:latin typeface="Barlow"/>
              </a:rPr>
              <a:t>time to first reception</a:t>
            </a:r>
          </a:p>
        </p:txBody>
      </p:sp>
      <p:sp>
        <p:nvSpPr>
          <p:cNvPr id="147" name="Chip Metrics 3"/>
          <p:cNvSpPr/>
          <p:nvPr/>
        </p:nvSpPr>
        <p:spPr>
          <a:xfrm>
            <a:off x="9359900" y="5207000"/>
            <a:ext cx="2374900" cy="6096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7A8BA5"/>
            </a:solidFill>
          </a:ln>
        </p:spPr>
        <p:txBody>
          <a:bodyPr wrap="square" lIns="127000" tIns="0" rIns="127000" bIns="0" anchor="ctr">
            <a:noAutofit/>
          </a:bodyPr>
          <a:lstStyle/>
          <a:p>
            <a:pPr algn="ctr">
              <a:buNone/>
            </a:pPr>
            <a:r>
              <a:rPr lang="en-GB" sz="1600" b="1">
                <a:solidFill>
                  <a:srgbClr val="D0D7E2"/>
                </a:solidFill>
                <a:latin typeface="Barlow"/>
              </a:rPr>
              <a:t>Reception rate</a:t>
            </a:r>
          </a:p>
          <a:p>
            <a:pPr algn="ctr">
              <a:buNone/>
            </a:pPr>
            <a:r>
              <a:rPr lang="en-GB" sz="1400">
                <a:solidFill>
                  <a:srgbClr val="D0D7E2"/>
                </a:solidFill>
                <a:latin typeface="Barlow"/>
              </a:rPr>
              <a:t>messages delivered (%)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3B710D-AC4B-9ADD-6630-D66F16CEE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54" y="6356047"/>
            <a:ext cx="6010276" cy="28154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296F13A-3D0E-1D77-CA29-46E6BB16BC1F}"/>
              </a:ext>
            </a:extLst>
          </p:cNvPr>
          <p:cNvSpPr txBox="1"/>
          <p:nvPr/>
        </p:nvSpPr>
        <p:spPr>
          <a:xfrm>
            <a:off x="295910" y="5911910"/>
            <a:ext cx="11489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>
                <a:solidFill>
                  <a:srgbClr val="8E98A8"/>
                </a:solidFill>
                <a:latin typeface="Barlow"/>
              </a:rPr>
              <a:t>A. Y.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Choquenaira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-Florez, B. Coeugnet, R. Ohs, J. A. Fraire, and H.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Rivano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, “FLoRaSat 2: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Simulating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 cross-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linked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 direct-to-satellite IoT LEO constellations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with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 joint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access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 and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routing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evaluation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,”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Authorea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, 2025, </a:t>
            </a:r>
            <a:r>
              <a:rPr lang="fr-FR" sz="1000" err="1">
                <a:solidFill>
                  <a:srgbClr val="8E98A8"/>
                </a:solidFill>
                <a:latin typeface="Barlow"/>
              </a:rPr>
              <a:t>doi</a:t>
            </a:r>
            <a:r>
              <a:rPr lang="fr-FR" sz="1000">
                <a:solidFill>
                  <a:srgbClr val="8E98A8"/>
                </a:solidFill>
                <a:latin typeface="Barlow"/>
              </a:rPr>
              <a:t>: 10.22541/au.175647870.00758886/v1.</a:t>
            </a:r>
            <a:endParaRPr lang="en-US" sz="1000">
              <a:solidFill>
                <a:srgbClr val="8E98A8"/>
              </a:solidFill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34568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B7CC-677B-5635-E8A3-ACF42BBC8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re 2">
            <a:extLst>
              <a:ext uri="{FF2B5EF4-FFF2-40B4-BE49-F238E27FC236}">
                <a16:creationId xmlns:a16="http://schemas.microsoft.com/office/drawing/2014/main" id="{C9F76BDD-CEBE-DEB5-25A3-8E354A68EFD5}"/>
              </a:ext>
            </a:extLst>
          </p:cNvPr>
          <p:cNvSpPr txBox="1">
            <a:spLocks/>
          </p:cNvSpPr>
          <p:nvPr/>
        </p:nvSpPr>
        <p:spPr>
          <a:xfrm>
            <a:off x="243201" y="592833"/>
            <a:ext cx="11798176" cy="540566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0"/>
              </a:spcBef>
            </a:pPr>
            <a:r>
              <a:rPr lang="fr-FR" sz="31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Conclusion</a:t>
            </a:r>
          </a:p>
        </p:txBody>
      </p:sp>
      <p:sp>
        <p:nvSpPr>
          <p:cNvPr id="600" name="Concl card 1"/>
          <p:cNvSpPr/>
          <p:nvPr/>
        </p:nvSpPr>
        <p:spPr>
          <a:xfrm>
            <a:off x="457200" y="1270000"/>
            <a:ext cx="3505200" cy="47244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177800" tIns="279400" rIns="177800" bIns="177800" anchor="t">
            <a:noAutofit/>
          </a:bodyPr>
          <a:lstStyle/>
          <a:p>
            <a:pPr>
              <a:spcAft>
                <a:spcPts val="300"/>
              </a:spcAft>
              <a:buNone/>
            </a:pPr>
            <a:r>
              <a:rPr lang="en-US" sz="1600">
                <a:solidFill>
                  <a:srgbClr val="E93676"/>
                </a:solidFill>
                <a:latin typeface="Barlow SemiBold"/>
              </a:rPr>
              <a:t>CHALLENGE FOR GEN 2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2000">
                <a:solidFill>
                  <a:schemeClr val="bg1"/>
                </a:solidFill>
                <a:latin typeface="Barlow SemiBold"/>
              </a:rPr>
              <a:t>Gen2 design must scale without losing simplicity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"/>
              </a:rPr>
              <a:t>Finding the right operating point between system/device </a:t>
            </a:r>
            <a:r>
              <a:rPr lang="en-US" sz="1600" b="1">
                <a:solidFill>
                  <a:schemeClr val="bg1"/>
                </a:solidFill>
                <a:latin typeface="Barlow"/>
              </a:rPr>
              <a:t>cost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, </a:t>
            </a:r>
            <a:r>
              <a:rPr lang="en-US" sz="1600" b="1">
                <a:solidFill>
                  <a:schemeClr val="bg1"/>
                </a:solidFill>
                <a:latin typeface="Barlow"/>
              </a:rPr>
              <a:t>complexity and performance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"/>
              </a:rPr>
              <a:t>Guaranteeing </a:t>
            </a:r>
            <a:r>
              <a:rPr lang="en-US" sz="1600" b="1">
                <a:solidFill>
                  <a:schemeClr val="bg1"/>
                </a:solidFill>
                <a:latin typeface="Barlow"/>
              </a:rPr>
              <a:t>quality of service 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is a must, not possible with Uplink only transmission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"/>
              </a:rPr>
              <a:t>Need for a </a:t>
            </a:r>
            <a:r>
              <a:rPr lang="en-US" sz="1600" b="1">
                <a:solidFill>
                  <a:schemeClr val="bg1"/>
                </a:solidFill>
                <a:latin typeface="Barlow"/>
              </a:rPr>
              <a:t>novel protocol 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to overcome the challenge of low end IoT</a:t>
            </a:r>
          </a:p>
        </p:txBody>
      </p:sp>
      <p:sp>
        <p:nvSpPr>
          <p:cNvPr id="603" name="Concl arrow 1"/>
          <p:cNvSpPr/>
          <p:nvPr/>
        </p:nvSpPr>
        <p:spPr>
          <a:xfrm>
            <a:off x="4064000" y="3454400"/>
            <a:ext cx="177800" cy="355600"/>
          </a:xfrm>
          <a:prstGeom prst="chevron">
            <a:avLst>
              <a:gd name="adj" fmla="val 60000"/>
            </a:avLst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" name="Concl card 2"/>
          <p:cNvSpPr/>
          <p:nvPr/>
        </p:nvSpPr>
        <p:spPr>
          <a:xfrm>
            <a:off x="4343400" y="1270000"/>
            <a:ext cx="3505200" cy="47244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177800" tIns="279400" rIns="177800" bIns="177800" anchor="t">
            <a:noAutofit/>
          </a:bodyPr>
          <a:lstStyle/>
          <a:p>
            <a:pPr>
              <a:spcAft>
                <a:spcPts val="300"/>
              </a:spcAft>
              <a:buNone/>
            </a:pPr>
            <a:r>
              <a:rPr lang="en-US" sz="1600">
                <a:solidFill>
                  <a:srgbClr val="E93676"/>
                </a:solidFill>
                <a:latin typeface="Barlow SemiBold"/>
              </a:rPr>
              <a:t>DESIGN DRIVERS </a:t>
            </a:r>
          </a:p>
          <a:p>
            <a:pPr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2000">
                <a:solidFill>
                  <a:schemeClr val="bg1"/>
                </a:solidFill>
                <a:latin typeface="Barlow SemiBold"/>
              </a:rPr>
              <a:t>Tailoring and </a:t>
            </a:r>
            <a:r>
              <a:rPr lang="en-US" sz="2000" err="1">
                <a:solidFill>
                  <a:schemeClr val="bg1"/>
                </a:solidFill>
                <a:latin typeface="Barlow SemiBold"/>
              </a:rPr>
              <a:t>Optimisation</a:t>
            </a:r>
            <a:r>
              <a:rPr lang="en-US" sz="2000">
                <a:solidFill>
                  <a:schemeClr val="bg1"/>
                </a:solidFill>
                <a:latin typeface="Barlow SemiBold"/>
              </a:rPr>
              <a:t> of the system &amp; protocol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 SemiBold"/>
              </a:rPr>
              <a:t>Real-time connectivity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 with guaranteed QoS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 SemiBold"/>
              </a:rPr>
              <a:t>Massive random access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, with novel waveforms suited to licensed bands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 SemiBold"/>
              </a:rPr>
              <a:t>Downlink capacity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 becomes a major challenge for signaling and data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 SemiBold"/>
              </a:rPr>
              <a:t>Lower modem and air-time cost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, easier integration &amp; use</a:t>
            </a:r>
          </a:p>
        </p:txBody>
      </p:sp>
      <p:sp>
        <p:nvSpPr>
          <p:cNvPr id="607" name="Concl arrow 2"/>
          <p:cNvSpPr/>
          <p:nvPr/>
        </p:nvSpPr>
        <p:spPr>
          <a:xfrm>
            <a:off x="7950200" y="3454400"/>
            <a:ext cx="177800" cy="355600"/>
          </a:xfrm>
          <a:prstGeom prst="chevron">
            <a:avLst>
              <a:gd name="adj" fmla="val 60000"/>
            </a:avLst>
          </a:prstGeom>
          <a:solidFill>
            <a:srgbClr val="E93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" name="Concl card 3"/>
          <p:cNvSpPr/>
          <p:nvPr/>
        </p:nvSpPr>
        <p:spPr>
          <a:xfrm>
            <a:off x="8229600" y="1270000"/>
            <a:ext cx="3505200" cy="47244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E93676"/>
            </a:solidFill>
          </a:ln>
        </p:spPr>
        <p:txBody>
          <a:bodyPr wrap="square" lIns="177800" tIns="279400" rIns="177800" bIns="177800" anchor="t">
            <a:noAutofit/>
          </a:bodyPr>
          <a:lstStyle/>
          <a:p>
            <a:pPr>
              <a:spcAft>
                <a:spcPts val="300"/>
              </a:spcAft>
              <a:buNone/>
            </a:pPr>
            <a:r>
              <a:rPr lang="en-US" sz="1600">
                <a:solidFill>
                  <a:srgbClr val="E93676"/>
                </a:solidFill>
                <a:latin typeface="Barlow SemiBold"/>
              </a:rPr>
              <a:t>kiWANr2</a:t>
            </a:r>
          </a:p>
          <a:p>
            <a:pPr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2000">
                <a:solidFill>
                  <a:schemeClr val="bg1"/>
                </a:solidFill>
                <a:latin typeface="Barlow SemiBold"/>
              </a:rPr>
              <a:t>Random Access under network control &amp; discipline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"/>
              </a:rPr>
              <a:t>Keeps </a:t>
            </a:r>
            <a:r>
              <a:rPr lang="en-US" sz="1600">
                <a:solidFill>
                  <a:schemeClr val="bg1"/>
                </a:solidFill>
                <a:latin typeface="Barlow SemiBold"/>
              </a:rPr>
              <a:t>light random access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, adds network control of load and interference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 b="1">
                <a:solidFill>
                  <a:schemeClr val="bg1"/>
                </a:solidFill>
                <a:latin typeface="Barlow"/>
              </a:rPr>
              <a:t>Optimized performance 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for each use case, while keeping it simple to use</a:t>
            </a:r>
          </a:p>
          <a:p>
            <a:pPr marL="171450" indent="-171450">
              <a:spcBef>
                <a:spcPts val="700"/>
              </a:spcBef>
              <a:buClr>
                <a:srgbClr val="CF2E68"/>
              </a:buClr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Barlow"/>
              </a:rPr>
              <a:t>Evaluated end to end in </a:t>
            </a:r>
            <a:r>
              <a:rPr lang="en-US" sz="1600">
                <a:solidFill>
                  <a:schemeClr val="bg1"/>
                </a:solidFill>
                <a:latin typeface="Barlow SemiBold"/>
              </a:rPr>
              <a:t>FLoRaSat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, validated on </a:t>
            </a:r>
            <a:r>
              <a:rPr lang="en-US" sz="1600" err="1">
                <a:solidFill>
                  <a:schemeClr val="bg1"/>
                </a:solidFill>
                <a:latin typeface="Barlow"/>
              </a:rPr>
              <a:t>Kinéis</a:t>
            </a:r>
            <a:r>
              <a:rPr lang="en-US" sz="1600">
                <a:solidFill>
                  <a:schemeClr val="bg1"/>
                </a:solidFill>
                <a:latin typeface="Barlow"/>
              </a:rPr>
              <a:t> measurements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146A716-6546-C559-22F9-398C8884D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54" y="6356047"/>
            <a:ext cx="6010276" cy="2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2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0AC1C81F-EC17-611D-7D7C-622FF36E3F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7439" y="-110196"/>
            <a:ext cx="12195296" cy="685799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298A0D6-4E62-B779-7DFA-641F54E81F07}"/>
              </a:ext>
            </a:extLst>
          </p:cNvPr>
          <p:cNvSpPr/>
          <p:nvPr/>
        </p:nvSpPr>
        <p:spPr>
          <a:xfrm>
            <a:off x="7087021" y="1675267"/>
            <a:ext cx="3292917" cy="3399468"/>
          </a:xfrm>
          <a:prstGeom prst="rect">
            <a:avLst/>
          </a:prstGeom>
          <a:solidFill>
            <a:srgbClr val="CDD5E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ABE7F44-91D2-3F02-B441-79E49B85B0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object 19">
            <a:extLst>
              <a:ext uri="{FF2B5EF4-FFF2-40B4-BE49-F238E27FC236}">
                <a16:creationId xmlns:a16="http://schemas.microsoft.com/office/drawing/2014/main" id="{6A7847C7-2E35-D055-9351-84DAC501B8AF}"/>
              </a:ext>
            </a:extLst>
          </p:cNvPr>
          <p:cNvSpPr txBox="1"/>
          <p:nvPr/>
        </p:nvSpPr>
        <p:spPr>
          <a:xfrm>
            <a:off x="666750" y="4918652"/>
            <a:ext cx="3790856" cy="1027273"/>
          </a:xfrm>
          <a:prstGeom prst="rect">
            <a:avLst/>
          </a:prstGeom>
        </p:spPr>
        <p:txBody>
          <a:bodyPr vert="horz" wrap="square" lIns="0" tIns="11498" rIns="0" bIns="0" rtlCol="0">
            <a:spAutoFit/>
          </a:bodyPr>
          <a:lstStyle/>
          <a:p>
            <a:pPr marL="11497">
              <a:spcBef>
                <a:spcPts val="91"/>
              </a:spcBef>
            </a:pPr>
            <a:r>
              <a:rPr sz="6600" b="1" spc="63">
                <a:solidFill>
                  <a:srgbClr val="FFFFFF"/>
                </a:solidFill>
                <a:latin typeface="Barlow-Black"/>
                <a:cs typeface="Barlow-Black"/>
              </a:rPr>
              <a:t>Thank</a:t>
            </a:r>
            <a:r>
              <a:rPr lang="fr-FR" sz="6600" b="1" spc="63">
                <a:solidFill>
                  <a:srgbClr val="FFFFFF"/>
                </a:solidFill>
                <a:latin typeface="Barlow-Black"/>
                <a:cs typeface="Barlow-Black"/>
              </a:rPr>
              <a:t>s</a:t>
            </a:r>
            <a:r>
              <a:rPr sz="6600" b="1" spc="36">
                <a:solidFill>
                  <a:srgbClr val="FFFFFF"/>
                </a:solidFill>
                <a:latin typeface="Barlow-Black"/>
                <a:cs typeface="Barlow-Black"/>
              </a:rPr>
              <a:t>!</a:t>
            </a:r>
            <a:endParaRPr sz="6600">
              <a:latin typeface="Barlow-Black"/>
              <a:cs typeface="Barlow-Black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0F64850-740C-B15A-8BDF-E9E9BCC11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09" y="1232097"/>
            <a:ext cx="3549940" cy="1983559"/>
          </a:xfrm>
          <a:prstGeom prst="rect">
            <a:avLst/>
          </a:prstGeom>
        </p:spPr>
      </p:pic>
      <p:pic>
        <p:nvPicPr>
          <p:cNvPr id="18" name="object 3">
            <a:extLst>
              <a:ext uri="{FF2B5EF4-FFF2-40B4-BE49-F238E27FC236}">
                <a16:creationId xmlns:a16="http://schemas.microsoft.com/office/drawing/2014/main" id="{79E730E4-5221-816C-26AD-23D3D03874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9593" y="-371233"/>
            <a:ext cx="7422889" cy="8229557"/>
          </a:xfrm>
          <a:prstGeom prst="rect">
            <a:avLst/>
          </a:prstGeom>
        </p:spPr>
      </p:pic>
      <p:sp>
        <p:nvSpPr>
          <p:cNvPr id="14" name="object 21">
            <a:extLst>
              <a:ext uri="{FF2B5EF4-FFF2-40B4-BE49-F238E27FC236}">
                <a16:creationId xmlns:a16="http://schemas.microsoft.com/office/drawing/2014/main" id="{706ADE44-C721-405E-2F39-E8FB0D7BAC27}"/>
              </a:ext>
            </a:extLst>
          </p:cNvPr>
          <p:cNvSpPr txBox="1"/>
          <p:nvPr/>
        </p:nvSpPr>
        <p:spPr>
          <a:xfrm>
            <a:off x="7328542" y="3427932"/>
            <a:ext cx="2809875" cy="631228"/>
          </a:xfrm>
          <a:prstGeom prst="rect">
            <a:avLst/>
          </a:prstGeom>
        </p:spPr>
        <p:txBody>
          <a:bodyPr vert="horz" wrap="square" lIns="0" tIns="15523" rIns="0" bIns="0" rtlCol="0">
            <a:spAutoFit/>
          </a:bodyPr>
          <a:lstStyle/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DO YOU HAVE</a:t>
            </a:r>
          </a:p>
          <a:p>
            <a:pPr algn="ctr"/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ANY</a:t>
            </a:r>
            <a:r>
              <a:rPr lang="en-US" sz="2000" spc="-14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 </a:t>
            </a:r>
            <a:r>
              <a:rPr lang="en-US" sz="2000" spc="9">
                <a:solidFill>
                  <a:schemeClr val="tx2">
                    <a:lumMod val="75000"/>
                  </a:schemeClr>
                </a:solidFill>
                <a:latin typeface="Barlow-SemiBold"/>
                <a:cs typeface="Barlow-SemiBold"/>
              </a:rPr>
              <a:t>QUESTIONS?</a:t>
            </a:r>
            <a:endParaRPr lang="en-US" sz="2000">
              <a:solidFill>
                <a:schemeClr val="tx2">
                  <a:lumMod val="75000"/>
                </a:schemeClr>
              </a:solidFill>
              <a:latin typeface="Barlow-SemiBold"/>
              <a:cs typeface="Barlow-SemiBold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510446A-F77C-63E7-FBE3-51444FDF98A4}"/>
              </a:ext>
            </a:extLst>
          </p:cNvPr>
          <p:cNvSpPr txBox="1"/>
          <p:nvPr/>
        </p:nvSpPr>
        <p:spPr>
          <a:xfrm>
            <a:off x="7877032" y="4022588"/>
            <a:ext cx="1927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>
                <a:solidFill>
                  <a:schemeClr val="tx2">
                    <a:lumMod val="75000"/>
                  </a:schemeClr>
                </a:solidFill>
                <a:latin typeface="Barlow" panose="00000500000000000000" pitchFamily="2" charset="0"/>
                <a:hlinkClick r:id="rId5"/>
              </a:rPr>
              <a:t>vdeslandes@kineis.com</a:t>
            </a:r>
            <a:endParaRPr lang="fr-FR" sz="1200">
              <a:solidFill>
                <a:schemeClr val="tx2">
                  <a:lumMod val="75000"/>
                </a:schemeClr>
              </a:solidFill>
              <a:latin typeface="Barlow" panose="00000500000000000000" pitchFamily="2" charset="0"/>
            </a:endParaRPr>
          </a:p>
        </p:txBody>
      </p:sp>
      <p:sp>
        <p:nvSpPr>
          <p:cNvPr id="16" name="Titre 3">
            <a:extLst>
              <a:ext uri="{FF2B5EF4-FFF2-40B4-BE49-F238E27FC236}">
                <a16:creationId xmlns:a16="http://schemas.microsoft.com/office/drawing/2014/main" id="{276569E6-6465-041F-7115-A9705876ABE6}"/>
              </a:ext>
            </a:extLst>
          </p:cNvPr>
          <p:cNvSpPr txBox="1">
            <a:spLocks/>
          </p:cNvSpPr>
          <p:nvPr/>
        </p:nvSpPr>
        <p:spPr>
          <a:xfrm>
            <a:off x="7087021" y="2688603"/>
            <a:ext cx="3292917" cy="760775"/>
          </a:xfrm>
          <a:prstGeom prst="rect">
            <a:avLst/>
          </a:prstGeom>
        </p:spPr>
        <p:txBody>
          <a:bodyPr vert="horz" lIns="9144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0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Satcom</a:t>
            </a:r>
            <a:r>
              <a:rPr lang="fr-FR" sz="2000" b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 IoT </a:t>
            </a:r>
            <a:r>
              <a:rPr lang="fr-FR" sz="2000" b="1" err="1">
                <a:gradFill>
                  <a:gsLst>
                    <a:gs pos="38000">
                      <a:srgbClr val="E93676"/>
                    </a:gs>
                    <a:gs pos="100000">
                      <a:srgbClr val="FFC000"/>
                    </a:gs>
                  </a:gsLst>
                  <a:lin ang="21540000" scaled="0"/>
                </a:gradFill>
                <a:latin typeface="Barlow"/>
                <a:ea typeface="+mn-ea"/>
                <a:cs typeface="+mn-cs"/>
              </a:rPr>
              <a:t>Operator</a:t>
            </a:r>
            <a:endParaRPr lang="fr-FR" sz="2000" b="1">
              <a:gradFill>
                <a:gsLst>
                  <a:gs pos="38000">
                    <a:srgbClr val="E93676"/>
                  </a:gs>
                  <a:gs pos="100000">
                    <a:srgbClr val="FFC000"/>
                  </a:gs>
                </a:gsLst>
                <a:lin ang="21540000" scaled="0"/>
              </a:gradFill>
              <a:latin typeface="Barlow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8010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Kinei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3676"/>
      </a:accent1>
      <a:accent2>
        <a:srgbClr val="ED4E61"/>
      </a:accent2>
      <a:accent3>
        <a:srgbClr val="F37242"/>
      </a:accent3>
      <a:accent4>
        <a:srgbClr val="F79028"/>
      </a:accent4>
      <a:accent5>
        <a:srgbClr val="FAA219"/>
      </a:accent5>
      <a:accent6>
        <a:srgbClr val="FEB806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Template présentation" id="{3E09084B-1A9B-4564-85A2-91EF0E1EC6D0}" vid="{BDEADCBA-93FE-4968-A45F-D19517753B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903E0B-297D-4E76-AC30-392216984545}">
  <we:reference id="wa200010725" version="1.0.0.1" store="fr-FR" storeType="OMEX"/>
  <we:alternateReferences>
    <we:reference id="WA200010725" version="1.0.0.1" store="WA200010725" storeType="OMEX"/>
  </we:alternateReferences>
  <we:properties>
    <we:property name="claude.fileId" value="&quot;fd3616df-e916-4e1c-adb3-7777a33b7ea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8ef3863-bbba-4758-b2be-3250fa681a23" xsi:nil="true"/>
    <lcf76f155ced4ddcb4097134ff3c332f xmlns="fdf9c394-0b1d-4a06-810f-76f07b4d34b0">
      <Terms xmlns="http://schemas.microsoft.com/office/infopath/2007/PartnerControls"/>
    </lcf76f155ced4ddcb4097134ff3c332f>
    <SharedWithUsers xmlns="18ef3863-bbba-4758-b2be-3250fa681a23">
      <UserInfo>
        <DisplayName/>
        <AccountId xsi:nil="true"/>
        <AccountType/>
      </UserInfo>
    </SharedWithUsers>
    <Test1 xmlns="fdf9c394-0b1d-4a06-810f-76f07b4d34b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805AB77212B74E842BAF4059B7BAF5" ma:contentTypeVersion="22" ma:contentTypeDescription="Crée un document." ma:contentTypeScope="" ma:versionID="5bca2c2f4b2bbbff7ac9c36a337d1998">
  <xsd:schema xmlns:xsd="http://www.w3.org/2001/XMLSchema" xmlns:xs="http://www.w3.org/2001/XMLSchema" xmlns:p="http://schemas.microsoft.com/office/2006/metadata/properties" xmlns:ns2="fdf9c394-0b1d-4a06-810f-76f07b4d34b0" xmlns:ns3="18ef3863-bbba-4758-b2be-3250fa681a23" xmlns:ns4="2612c0cb-fd1b-4026-a3f1-ad1cc196f026" targetNamespace="http://schemas.microsoft.com/office/2006/metadata/properties" ma:root="true" ma:fieldsID="61a17b231c8ae649dd10551de71edbf2" ns2:_="" ns3:_="" ns4:_="">
    <xsd:import namespace="fdf9c394-0b1d-4a06-810f-76f07b4d34b0"/>
    <xsd:import namespace="18ef3863-bbba-4758-b2be-3250fa681a23"/>
    <xsd:import namespace="2612c0cb-fd1b-4026-a3f1-ad1cc196f0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Test1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9c394-0b1d-4a06-810f-76f07b4d34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31114040-a30d-4ab4-8144-6c89e51a38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est1" ma:index="24" nillable="true" ma:displayName="Test 1" ma:format="DateOnly" ma:internalName="Test1">
      <xsd:simpleType>
        <xsd:restriction base="dms:DateTim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ef3863-bbba-4758-b2be-3250fa681a2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23" nillable="true" ma:displayName="Taxonomy Catch All Column" ma:hidden="true" ma:list="{bab4def9-dbb3-4369-914b-a784f6efe057}" ma:internalName="TaxCatchAll" ma:showField="CatchAllData" ma:web="18ef3863-bbba-4758-b2be-3250fa681a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2c0cb-fd1b-4026-a3f1-ad1cc196f026" elementFormDefault="qualified">
    <xsd:import namespace="http://schemas.microsoft.com/office/2006/documentManagement/types"/>
    <xsd:import namespace="http://schemas.microsoft.com/office/infopath/2007/PartnerControls"/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08F61A-3085-4E1E-B85F-FDD8FE6FAF3F}">
  <ds:schemaRefs>
    <ds:schemaRef ds:uri="18ef3863-bbba-4758-b2be-3250fa681a23"/>
    <ds:schemaRef ds:uri="2612c0cb-fd1b-4026-a3f1-ad1cc196f026"/>
    <ds:schemaRef ds:uri="fdf9c394-0b1d-4a06-810f-76f07b4d34b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397A215-970A-47F6-89C2-559EA5194509}">
  <ds:schemaRefs>
    <ds:schemaRef ds:uri="18ef3863-bbba-4758-b2be-3250fa681a23"/>
    <ds:schemaRef ds:uri="2612c0cb-fd1b-4026-a3f1-ad1cc196f026"/>
    <ds:schemaRef ds:uri="fdf9c394-0b1d-4a06-810f-76f07b4d34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EEE0767-1D24-44FB-A1FD-B6FDCB9E56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2023_Template présentation</Template>
  <Application>Microsoft Office PowerPoint</Application>
  <PresentationFormat>Widescreen</PresentationFormat>
  <Slides>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Thème Office</vt:lpstr>
      <vt:lpstr>PowerPoint Presentation</vt:lpstr>
      <vt:lpstr>Kinéis gen1 connect 100% of the planet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Thibault Anne-Cécile (KINEIS)</dc:creator>
  <cp:revision>1</cp:revision>
  <dcterms:created xsi:type="dcterms:W3CDTF">2024-09-07T06:42:42Z</dcterms:created>
  <dcterms:modified xsi:type="dcterms:W3CDTF">2026-10-13T06:49:46Z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0x010100D3805AB77212B74E842BAF4059B7BAF5</vt:lpwstr>
  </property>
</Properties>
</file>